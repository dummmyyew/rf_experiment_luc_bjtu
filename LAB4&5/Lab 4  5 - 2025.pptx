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8" r:id="rId3"/>
    <p:sldId id="331" r:id="rId4"/>
    <p:sldId id="257" r:id="rId5"/>
    <p:sldId id="289" r:id="rId6"/>
    <p:sldId id="290" r:id="rId7"/>
    <p:sldId id="291" r:id="rId8"/>
    <p:sldId id="292" r:id="rId9"/>
    <p:sldId id="293" r:id="rId10"/>
    <p:sldId id="295" r:id="rId11"/>
    <p:sldId id="296" r:id="rId12"/>
    <p:sldId id="297" r:id="rId13"/>
    <p:sldId id="298" r:id="rId14"/>
    <p:sldId id="299" r:id="rId15"/>
    <p:sldId id="300" r:id="rId16"/>
    <p:sldId id="301" r:id="rId17"/>
    <p:sldId id="302" r:id="rId18"/>
    <p:sldId id="303" r:id="rId19"/>
    <p:sldId id="304" r:id="rId20"/>
    <p:sldId id="305" r:id="rId21"/>
    <p:sldId id="306" r:id="rId22"/>
    <p:sldId id="307" r:id="rId23"/>
    <p:sldId id="308" r:id="rId24"/>
    <p:sldId id="310" r:id="rId25"/>
    <p:sldId id="311" r:id="rId26"/>
    <p:sldId id="312" r:id="rId27"/>
    <p:sldId id="313" r:id="rId28"/>
    <p:sldId id="314" r:id="rId29"/>
    <p:sldId id="315" r:id="rId30"/>
    <p:sldId id="316" r:id="rId31"/>
    <p:sldId id="317" r:id="rId32"/>
    <p:sldId id="309" r:id="rId33"/>
    <p:sldId id="318" r:id="rId34"/>
    <p:sldId id="319" r:id="rId35"/>
    <p:sldId id="320" r:id="rId36"/>
    <p:sldId id="321" r:id="rId37"/>
    <p:sldId id="322" r:id="rId38"/>
    <p:sldId id="323" r:id="rId39"/>
    <p:sldId id="324" r:id="rId40"/>
    <p:sldId id="325" r:id="rId41"/>
    <p:sldId id="326" r:id="rId42"/>
    <p:sldId id="327" r:id="rId43"/>
    <p:sldId id="328" r:id="rId44"/>
    <p:sldId id="329"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99" d="100"/>
          <a:sy n="99" d="100"/>
        </p:scale>
        <p:origin x="90" y="3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7BD89-16D7-4825-AB1D-293A78DED8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4A929F9-9DAE-4F42-9420-CF99C0C687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EAB2FA9B-8108-4C86-A088-4A793261FA51}"/>
              </a:ext>
            </a:extLst>
          </p:cNvPr>
          <p:cNvSpPr>
            <a:spLocks noGrp="1"/>
          </p:cNvSpPr>
          <p:nvPr>
            <p:ph type="dt" sz="half" idx="10"/>
          </p:nvPr>
        </p:nvSpPr>
        <p:spPr/>
        <p:txBody>
          <a:bodyPr/>
          <a:lstStyle/>
          <a:p>
            <a:fld id="{CDFC2E0F-0E0D-44DB-BEDB-1B426C10A2AF}" type="datetimeFigureOut">
              <a:rPr lang="en-GB" smtClean="0"/>
              <a:t>28/01/2025</a:t>
            </a:fld>
            <a:endParaRPr lang="en-GB"/>
          </a:p>
        </p:txBody>
      </p:sp>
      <p:sp>
        <p:nvSpPr>
          <p:cNvPr id="5" name="Footer Placeholder 4">
            <a:extLst>
              <a:ext uri="{FF2B5EF4-FFF2-40B4-BE49-F238E27FC236}">
                <a16:creationId xmlns:a16="http://schemas.microsoft.com/office/drawing/2014/main" id="{2637EBF8-8215-4EE1-8018-DB7FC3FF467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B3FE84A-A77D-4B2D-B776-30D316C35F15}"/>
              </a:ext>
            </a:extLst>
          </p:cNvPr>
          <p:cNvSpPr>
            <a:spLocks noGrp="1"/>
          </p:cNvSpPr>
          <p:nvPr>
            <p:ph type="sldNum" sz="quarter" idx="12"/>
          </p:nvPr>
        </p:nvSpPr>
        <p:spPr/>
        <p:txBody>
          <a:bodyPr/>
          <a:lstStyle/>
          <a:p>
            <a:fld id="{ACED1F3E-6930-4229-A9F6-37871BB6D77B}" type="slidenum">
              <a:rPr lang="en-GB" smtClean="0"/>
              <a:t>‹#›</a:t>
            </a:fld>
            <a:endParaRPr lang="en-GB"/>
          </a:p>
        </p:txBody>
      </p:sp>
    </p:spTree>
    <p:extLst>
      <p:ext uri="{BB962C8B-B14F-4D97-AF65-F5344CB8AC3E}">
        <p14:creationId xmlns:p14="http://schemas.microsoft.com/office/powerpoint/2010/main" val="32574512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2F7BC-257B-420D-8ECA-B64A8B536E9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9FAA15B-58A5-49D9-A001-C816D0A0CAE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C04FE9D-BA22-4EB8-A76F-0965F3947384}"/>
              </a:ext>
            </a:extLst>
          </p:cNvPr>
          <p:cNvSpPr>
            <a:spLocks noGrp="1"/>
          </p:cNvSpPr>
          <p:nvPr>
            <p:ph type="dt" sz="half" idx="10"/>
          </p:nvPr>
        </p:nvSpPr>
        <p:spPr/>
        <p:txBody>
          <a:bodyPr/>
          <a:lstStyle/>
          <a:p>
            <a:fld id="{CDFC2E0F-0E0D-44DB-BEDB-1B426C10A2AF}" type="datetimeFigureOut">
              <a:rPr lang="en-GB" smtClean="0"/>
              <a:t>28/01/2025</a:t>
            </a:fld>
            <a:endParaRPr lang="en-GB"/>
          </a:p>
        </p:txBody>
      </p:sp>
      <p:sp>
        <p:nvSpPr>
          <p:cNvPr id="5" name="Footer Placeholder 4">
            <a:extLst>
              <a:ext uri="{FF2B5EF4-FFF2-40B4-BE49-F238E27FC236}">
                <a16:creationId xmlns:a16="http://schemas.microsoft.com/office/drawing/2014/main" id="{1E44EA0B-ADA3-42EF-A78F-8C0D9E0FAF0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0E54EA1-4909-4B98-AAAE-F12B5282BBE6}"/>
              </a:ext>
            </a:extLst>
          </p:cNvPr>
          <p:cNvSpPr>
            <a:spLocks noGrp="1"/>
          </p:cNvSpPr>
          <p:nvPr>
            <p:ph type="sldNum" sz="quarter" idx="12"/>
          </p:nvPr>
        </p:nvSpPr>
        <p:spPr/>
        <p:txBody>
          <a:bodyPr/>
          <a:lstStyle/>
          <a:p>
            <a:fld id="{ACED1F3E-6930-4229-A9F6-37871BB6D77B}" type="slidenum">
              <a:rPr lang="en-GB" smtClean="0"/>
              <a:t>‹#›</a:t>
            </a:fld>
            <a:endParaRPr lang="en-GB"/>
          </a:p>
        </p:txBody>
      </p:sp>
    </p:spTree>
    <p:extLst>
      <p:ext uri="{BB962C8B-B14F-4D97-AF65-F5344CB8AC3E}">
        <p14:creationId xmlns:p14="http://schemas.microsoft.com/office/powerpoint/2010/main" val="327474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44D0A-101E-4578-858A-762D68679B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B3B71E92-BD3F-46CC-A389-547338ACE77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CA8D16-5268-4D2F-9CCC-47D075C41D55}"/>
              </a:ext>
            </a:extLst>
          </p:cNvPr>
          <p:cNvSpPr>
            <a:spLocks noGrp="1"/>
          </p:cNvSpPr>
          <p:nvPr>
            <p:ph type="dt" sz="half" idx="10"/>
          </p:nvPr>
        </p:nvSpPr>
        <p:spPr/>
        <p:txBody>
          <a:bodyPr/>
          <a:lstStyle/>
          <a:p>
            <a:fld id="{CDFC2E0F-0E0D-44DB-BEDB-1B426C10A2AF}" type="datetimeFigureOut">
              <a:rPr lang="en-GB" smtClean="0"/>
              <a:t>28/01/2025</a:t>
            </a:fld>
            <a:endParaRPr lang="en-GB"/>
          </a:p>
        </p:txBody>
      </p:sp>
      <p:sp>
        <p:nvSpPr>
          <p:cNvPr id="5" name="Footer Placeholder 4">
            <a:extLst>
              <a:ext uri="{FF2B5EF4-FFF2-40B4-BE49-F238E27FC236}">
                <a16:creationId xmlns:a16="http://schemas.microsoft.com/office/drawing/2014/main" id="{66CF5CDC-54BD-4866-94C7-39B3870643E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6D5B70B-50FD-4135-88A3-0D11D2E13C31}"/>
              </a:ext>
            </a:extLst>
          </p:cNvPr>
          <p:cNvSpPr>
            <a:spLocks noGrp="1"/>
          </p:cNvSpPr>
          <p:nvPr>
            <p:ph type="sldNum" sz="quarter" idx="12"/>
          </p:nvPr>
        </p:nvSpPr>
        <p:spPr/>
        <p:txBody>
          <a:bodyPr/>
          <a:lstStyle/>
          <a:p>
            <a:fld id="{ACED1F3E-6930-4229-A9F6-37871BB6D77B}" type="slidenum">
              <a:rPr lang="en-GB" smtClean="0"/>
              <a:t>‹#›</a:t>
            </a:fld>
            <a:endParaRPr lang="en-GB"/>
          </a:p>
        </p:txBody>
      </p:sp>
    </p:spTree>
    <p:extLst>
      <p:ext uri="{BB962C8B-B14F-4D97-AF65-F5344CB8AC3E}">
        <p14:creationId xmlns:p14="http://schemas.microsoft.com/office/powerpoint/2010/main" val="1259880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2651D-11B9-451C-B29A-9D6DBD118D1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FF8BD51-7103-4DFA-89FF-531B85348EA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3F3F315A-C9E7-411F-A4A6-C0B92792B55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52320F1-E8DC-4D8D-9D9E-8EBAD0B4BCCB}"/>
              </a:ext>
            </a:extLst>
          </p:cNvPr>
          <p:cNvSpPr>
            <a:spLocks noGrp="1"/>
          </p:cNvSpPr>
          <p:nvPr>
            <p:ph type="dt" sz="half" idx="10"/>
          </p:nvPr>
        </p:nvSpPr>
        <p:spPr/>
        <p:txBody>
          <a:bodyPr/>
          <a:lstStyle/>
          <a:p>
            <a:fld id="{CDFC2E0F-0E0D-44DB-BEDB-1B426C10A2AF}" type="datetimeFigureOut">
              <a:rPr lang="en-GB" smtClean="0"/>
              <a:t>28/01/2025</a:t>
            </a:fld>
            <a:endParaRPr lang="en-GB"/>
          </a:p>
        </p:txBody>
      </p:sp>
      <p:sp>
        <p:nvSpPr>
          <p:cNvPr id="6" name="Footer Placeholder 5">
            <a:extLst>
              <a:ext uri="{FF2B5EF4-FFF2-40B4-BE49-F238E27FC236}">
                <a16:creationId xmlns:a16="http://schemas.microsoft.com/office/drawing/2014/main" id="{42BEA8F9-42B3-43D0-8FE6-D5F30E0EF64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79E1CBB-3DAC-420C-849A-FD0E3214A45B}"/>
              </a:ext>
            </a:extLst>
          </p:cNvPr>
          <p:cNvSpPr>
            <a:spLocks noGrp="1"/>
          </p:cNvSpPr>
          <p:nvPr>
            <p:ph type="sldNum" sz="quarter" idx="12"/>
          </p:nvPr>
        </p:nvSpPr>
        <p:spPr/>
        <p:txBody>
          <a:bodyPr/>
          <a:lstStyle/>
          <a:p>
            <a:fld id="{ACED1F3E-6930-4229-A9F6-37871BB6D77B}" type="slidenum">
              <a:rPr lang="en-GB" smtClean="0"/>
              <a:t>‹#›</a:t>
            </a:fld>
            <a:endParaRPr lang="en-GB"/>
          </a:p>
        </p:txBody>
      </p:sp>
    </p:spTree>
    <p:extLst>
      <p:ext uri="{BB962C8B-B14F-4D97-AF65-F5344CB8AC3E}">
        <p14:creationId xmlns:p14="http://schemas.microsoft.com/office/powerpoint/2010/main" val="37025063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8AC6-80AD-4A7A-9623-B9AB0DB8050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5210D27-3150-4875-BD3D-6D2E9A1046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919AE51-FBF0-4BC1-8865-6C6537B7FB2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BBDCDAA3-0D64-416E-9A4C-8AA4B2847B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F808FAD-82A6-4D1E-AD4B-EC4481ECFCE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CF1FFDBA-6495-4702-B5A3-8BB4694060EF}"/>
              </a:ext>
            </a:extLst>
          </p:cNvPr>
          <p:cNvSpPr>
            <a:spLocks noGrp="1"/>
          </p:cNvSpPr>
          <p:nvPr>
            <p:ph type="dt" sz="half" idx="10"/>
          </p:nvPr>
        </p:nvSpPr>
        <p:spPr/>
        <p:txBody>
          <a:bodyPr/>
          <a:lstStyle/>
          <a:p>
            <a:fld id="{CDFC2E0F-0E0D-44DB-BEDB-1B426C10A2AF}" type="datetimeFigureOut">
              <a:rPr lang="en-GB" smtClean="0"/>
              <a:t>28/01/2025</a:t>
            </a:fld>
            <a:endParaRPr lang="en-GB"/>
          </a:p>
        </p:txBody>
      </p:sp>
      <p:sp>
        <p:nvSpPr>
          <p:cNvPr id="8" name="Footer Placeholder 7">
            <a:extLst>
              <a:ext uri="{FF2B5EF4-FFF2-40B4-BE49-F238E27FC236}">
                <a16:creationId xmlns:a16="http://schemas.microsoft.com/office/drawing/2014/main" id="{2E4014F9-F2C1-41CE-A09D-DFF07DCB7878}"/>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58E4B870-03C1-40BD-A5FC-0415C4A0DAAE}"/>
              </a:ext>
            </a:extLst>
          </p:cNvPr>
          <p:cNvSpPr>
            <a:spLocks noGrp="1"/>
          </p:cNvSpPr>
          <p:nvPr>
            <p:ph type="sldNum" sz="quarter" idx="12"/>
          </p:nvPr>
        </p:nvSpPr>
        <p:spPr/>
        <p:txBody>
          <a:bodyPr/>
          <a:lstStyle/>
          <a:p>
            <a:fld id="{ACED1F3E-6930-4229-A9F6-37871BB6D77B}" type="slidenum">
              <a:rPr lang="en-GB" smtClean="0"/>
              <a:t>‹#›</a:t>
            </a:fld>
            <a:endParaRPr lang="en-GB"/>
          </a:p>
        </p:txBody>
      </p:sp>
    </p:spTree>
    <p:extLst>
      <p:ext uri="{BB962C8B-B14F-4D97-AF65-F5344CB8AC3E}">
        <p14:creationId xmlns:p14="http://schemas.microsoft.com/office/powerpoint/2010/main" val="32244317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6D052-0578-4D0C-81EF-FCFEAAEDBDF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005B3B1B-4EDF-4040-ADCC-51FBDE0EA601}"/>
              </a:ext>
            </a:extLst>
          </p:cNvPr>
          <p:cNvSpPr>
            <a:spLocks noGrp="1"/>
          </p:cNvSpPr>
          <p:nvPr>
            <p:ph type="dt" sz="half" idx="10"/>
          </p:nvPr>
        </p:nvSpPr>
        <p:spPr/>
        <p:txBody>
          <a:bodyPr/>
          <a:lstStyle/>
          <a:p>
            <a:fld id="{CDFC2E0F-0E0D-44DB-BEDB-1B426C10A2AF}" type="datetimeFigureOut">
              <a:rPr lang="en-GB" smtClean="0"/>
              <a:t>28/01/2025</a:t>
            </a:fld>
            <a:endParaRPr lang="en-GB"/>
          </a:p>
        </p:txBody>
      </p:sp>
      <p:sp>
        <p:nvSpPr>
          <p:cNvPr id="4" name="Footer Placeholder 3">
            <a:extLst>
              <a:ext uri="{FF2B5EF4-FFF2-40B4-BE49-F238E27FC236}">
                <a16:creationId xmlns:a16="http://schemas.microsoft.com/office/drawing/2014/main" id="{6A050C52-0CAC-4EB0-885F-BA6EBDB13BB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4B159532-84FD-4CD5-8EE9-7FB13FF2D328}"/>
              </a:ext>
            </a:extLst>
          </p:cNvPr>
          <p:cNvSpPr>
            <a:spLocks noGrp="1"/>
          </p:cNvSpPr>
          <p:nvPr>
            <p:ph type="sldNum" sz="quarter" idx="12"/>
          </p:nvPr>
        </p:nvSpPr>
        <p:spPr/>
        <p:txBody>
          <a:bodyPr/>
          <a:lstStyle/>
          <a:p>
            <a:fld id="{ACED1F3E-6930-4229-A9F6-37871BB6D77B}" type="slidenum">
              <a:rPr lang="en-GB" smtClean="0"/>
              <a:t>‹#›</a:t>
            </a:fld>
            <a:endParaRPr lang="en-GB"/>
          </a:p>
        </p:txBody>
      </p:sp>
    </p:spTree>
    <p:extLst>
      <p:ext uri="{BB962C8B-B14F-4D97-AF65-F5344CB8AC3E}">
        <p14:creationId xmlns:p14="http://schemas.microsoft.com/office/powerpoint/2010/main" val="623338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D180F5-B6AF-43E0-A57F-E951E37D6A80}"/>
              </a:ext>
            </a:extLst>
          </p:cNvPr>
          <p:cNvSpPr>
            <a:spLocks noGrp="1"/>
          </p:cNvSpPr>
          <p:nvPr>
            <p:ph type="dt" sz="half" idx="10"/>
          </p:nvPr>
        </p:nvSpPr>
        <p:spPr/>
        <p:txBody>
          <a:bodyPr/>
          <a:lstStyle/>
          <a:p>
            <a:fld id="{CDFC2E0F-0E0D-44DB-BEDB-1B426C10A2AF}" type="datetimeFigureOut">
              <a:rPr lang="en-GB" smtClean="0"/>
              <a:t>28/01/2025</a:t>
            </a:fld>
            <a:endParaRPr lang="en-GB"/>
          </a:p>
        </p:txBody>
      </p:sp>
      <p:sp>
        <p:nvSpPr>
          <p:cNvPr id="3" name="Footer Placeholder 2">
            <a:extLst>
              <a:ext uri="{FF2B5EF4-FFF2-40B4-BE49-F238E27FC236}">
                <a16:creationId xmlns:a16="http://schemas.microsoft.com/office/drawing/2014/main" id="{C739E881-7E7E-4CA9-A884-829FDD9AA62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A330337C-D274-417F-B587-3F7CE17051DD}"/>
              </a:ext>
            </a:extLst>
          </p:cNvPr>
          <p:cNvSpPr>
            <a:spLocks noGrp="1"/>
          </p:cNvSpPr>
          <p:nvPr>
            <p:ph type="sldNum" sz="quarter" idx="12"/>
          </p:nvPr>
        </p:nvSpPr>
        <p:spPr/>
        <p:txBody>
          <a:bodyPr/>
          <a:lstStyle/>
          <a:p>
            <a:fld id="{ACED1F3E-6930-4229-A9F6-37871BB6D77B}" type="slidenum">
              <a:rPr lang="en-GB" smtClean="0"/>
              <a:t>‹#›</a:t>
            </a:fld>
            <a:endParaRPr lang="en-GB"/>
          </a:p>
        </p:txBody>
      </p:sp>
    </p:spTree>
    <p:extLst>
      <p:ext uri="{BB962C8B-B14F-4D97-AF65-F5344CB8AC3E}">
        <p14:creationId xmlns:p14="http://schemas.microsoft.com/office/powerpoint/2010/main" val="3205320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39B46-DC7D-4D6C-A6A1-C87BC16B4E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4E4D243-B1AC-44C5-9568-34B879D93B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E5BD087-79D1-4891-9E91-99A8C1883B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73AB04-212A-49C3-A0BD-ABDAA9E635EF}"/>
              </a:ext>
            </a:extLst>
          </p:cNvPr>
          <p:cNvSpPr>
            <a:spLocks noGrp="1"/>
          </p:cNvSpPr>
          <p:nvPr>
            <p:ph type="dt" sz="half" idx="10"/>
          </p:nvPr>
        </p:nvSpPr>
        <p:spPr/>
        <p:txBody>
          <a:bodyPr/>
          <a:lstStyle/>
          <a:p>
            <a:fld id="{CDFC2E0F-0E0D-44DB-BEDB-1B426C10A2AF}" type="datetimeFigureOut">
              <a:rPr lang="en-GB" smtClean="0"/>
              <a:t>28/01/2025</a:t>
            </a:fld>
            <a:endParaRPr lang="en-GB"/>
          </a:p>
        </p:txBody>
      </p:sp>
      <p:sp>
        <p:nvSpPr>
          <p:cNvPr id="6" name="Footer Placeholder 5">
            <a:extLst>
              <a:ext uri="{FF2B5EF4-FFF2-40B4-BE49-F238E27FC236}">
                <a16:creationId xmlns:a16="http://schemas.microsoft.com/office/drawing/2014/main" id="{941C21EA-4027-4609-A00A-58B674C438D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2E268A5-D192-4A1A-84B3-C5B2EE778AD9}"/>
              </a:ext>
            </a:extLst>
          </p:cNvPr>
          <p:cNvSpPr>
            <a:spLocks noGrp="1"/>
          </p:cNvSpPr>
          <p:nvPr>
            <p:ph type="sldNum" sz="quarter" idx="12"/>
          </p:nvPr>
        </p:nvSpPr>
        <p:spPr/>
        <p:txBody>
          <a:bodyPr/>
          <a:lstStyle/>
          <a:p>
            <a:fld id="{ACED1F3E-6930-4229-A9F6-37871BB6D77B}" type="slidenum">
              <a:rPr lang="en-GB" smtClean="0"/>
              <a:t>‹#›</a:t>
            </a:fld>
            <a:endParaRPr lang="en-GB"/>
          </a:p>
        </p:txBody>
      </p:sp>
    </p:spTree>
    <p:extLst>
      <p:ext uri="{BB962C8B-B14F-4D97-AF65-F5344CB8AC3E}">
        <p14:creationId xmlns:p14="http://schemas.microsoft.com/office/powerpoint/2010/main" val="8212564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9BEA8-A413-42EB-A9F5-D60A8CF608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43D5C81E-EB01-4389-B5FF-87FFB66111A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800AAA02-2087-410D-AEEC-6C464697B6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57600C-CA56-440A-98DD-5D58C3BC9524}"/>
              </a:ext>
            </a:extLst>
          </p:cNvPr>
          <p:cNvSpPr>
            <a:spLocks noGrp="1"/>
          </p:cNvSpPr>
          <p:nvPr>
            <p:ph type="dt" sz="half" idx="10"/>
          </p:nvPr>
        </p:nvSpPr>
        <p:spPr/>
        <p:txBody>
          <a:bodyPr/>
          <a:lstStyle/>
          <a:p>
            <a:fld id="{CDFC2E0F-0E0D-44DB-BEDB-1B426C10A2AF}" type="datetimeFigureOut">
              <a:rPr lang="en-GB" smtClean="0"/>
              <a:t>28/01/2025</a:t>
            </a:fld>
            <a:endParaRPr lang="en-GB"/>
          </a:p>
        </p:txBody>
      </p:sp>
      <p:sp>
        <p:nvSpPr>
          <p:cNvPr id="6" name="Footer Placeholder 5">
            <a:extLst>
              <a:ext uri="{FF2B5EF4-FFF2-40B4-BE49-F238E27FC236}">
                <a16:creationId xmlns:a16="http://schemas.microsoft.com/office/drawing/2014/main" id="{D25675B3-621C-44DF-878F-0412477B125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F59B112-833A-4F73-9E2B-FF38F64685FD}"/>
              </a:ext>
            </a:extLst>
          </p:cNvPr>
          <p:cNvSpPr>
            <a:spLocks noGrp="1"/>
          </p:cNvSpPr>
          <p:nvPr>
            <p:ph type="sldNum" sz="quarter" idx="12"/>
          </p:nvPr>
        </p:nvSpPr>
        <p:spPr/>
        <p:txBody>
          <a:bodyPr/>
          <a:lstStyle/>
          <a:p>
            <a:fld id="{ACED1F3E-6930-4229-A9F6-37871BB6D77B}" type="slidenum">
              <a:rPr lang="en-GB" smtClean="0"/>
              <a:t>‹#›</a:t>
            </a:fld>
            <a:endParaRPr lang="en-GB"/>
          </a:p>
        </p:txBody>
      </p:sp>
    </p:spTree>
    <p:extLst>
      <p:ext uri="{BB962C8B-B14F-4D97-AF65-F5344CB8AC3E}">
        <p14:creationId xmlns:p14="http://schemas.microsoft.com/office/powerpoint/2010/main" val="23299906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63AD2-67FF-4E49-B8D3-00C4DDA3D91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8813C13-8A5C-4CB8-8F03-D991C782E76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F1F2A9C-3275-453F-849F-952D22EE95F2}"/>
              </a:ext>
            </a:extLst>
          </p:cNvPr>
          <p:cNvSpPr>
            <a:spLocks noGrp="1"/>
          </p:cNvSpPr>
          <p:nvPr>
            <p:ph type="dt" sz="half" idx="10"/>
          </p:nvPr>
        </p:nvSpPr>
        <p:spPr/>
        <p:txBody>
          <a:bodyPr/>
          <a:lstStyle/>
          <a:p>
            <a:fld id="{CDFC2E0F-0E0D-44DB-BEDB-1B426C10A2AF}" type="datetimeFigureOut">
              <a:rPr lang="en-GB" smtClean="0"/>
              <a:t>28/01/2025</a:t>
            </a:fld>
            <a:endParaRPr lang="en-GB"/>
          </a:p>
        </p:txBody>
      </p:sp>
      <p:sp>
        <p:nvSpPr>
          <p:cNvPr id="5" name="Footer Placeholder 4">
            <a:extLst>
              <a:ext uri="{FF2B5EF4-FFF2-40B4-BE49-F238E27FC236}">
                <a16:creationId xmlns:a16="http://schemas.microsoft.com/office/drawing/2014/main" id="{41F842BB-D534-41AF-9745-C98ABC8E021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7B39AF7-FEB1-43F2-8584-E673FCCCECF7}"/>
              </a:ext>
            </a:extLst>
          </p:cNvPr>
          <p:cNvSpPr>
            <a:spLocks noGrp="1"/>
          </p:cNvSpPr>
          <p:nvPr>
            <p:ph type="sldNum" sz="quarter" idx="12"/>
          </p:nvPr>
        </p:nvSpPr>
        <p:spPr/>
        <p:txBody>
          <a:bodyPr/>
          <a:lstStyle/>
          <a:p>
            <a:fld id="{ACED1F3E-6930-4229-A9F6-37871BB6D77B}" type="slidenum">
              <a:rPr lang="en-GB" smtClean="0"/>
              <a:t>‹#›</a:t>
            </a:fld>
            <a:endParaRPr lang="en-GB"/>
          </a:p>
        </p:txBody>
      </p:sp>
    </p:spTree>
    <p:extLst>
      <p:ext uri="{BB962C8B-B14F-4D97-AF65-F5344CB8AC3E}">
        <p14:creationId xmlns:p14="http://schemas.microsoft.com/office/powerpoint/2010/main" val="34412466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88DA51-A200-458E-8820-4F09B634365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B005F22-53D6-46FD-8680-A4AD37198C3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F34A0A0-6704-4F89-A264-115DCF20259A}"/>
              </a:ext>
            </a:extLst>
          </p:cNvPr>
          <p:cNvSpPr>
            <a:spLocks noGrp="1"/>
          </p:cNvSpPr>
          <p:nvPr>
            <p:ph type="dt" sz="half" idx="10"/>
          </p:nvPr>
        </p:nvSpPr>
        <p:spPr/>
        <p:txBody>
          <a:bodyPr/>
          <a:lstStyle/>
          <a:p>
            <a:fld id="{CDFC2E0F-0E0D-44DB-BEDB-1B426C10A2AF}" type="datetimeFigureOut">
              <a:rPr lang="en-GB" smtClean="0"/>
              <a:t>28/01/2025</a:t>
            </a:fld>
            <a:endParaRPr lang="en-GB"/>
          </a:p>
        </p:txBody>
      </p:sp>
      <p:sp>
        <p:nvSpPr>
          <p:cNvPr id="5" name="Footer Placeholder 4">
            <a:extLst>
              <a:ext uri="{FF2B5EF4-FFF2-40B4-BE49-F238E27FC236}">
                <a16:creationId xmlns:a16="http://schemas.microsoft.com/office/drawing/2014/main" id="{45ABFAF2-5739-4A9B-B54C-09B743C90BF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8A8E97E-9814-42E1-A8E0-3E913D046B4A}"/>
              </a:ext>
            </a:extLst>
          </p:cNvPr>
          <p:cNvSpPr>
            <a:spLocks noGrp="1"/>
          </p:cNvSpPr>
          <p:nvPr>
            <p:ph type="sldNum" sz="quarter" idx="12"/>
          </p:nvPr>
        </p:nvSpPr>
        <p:spPr/>
        <p:txBody>
          <a:bodyPr/>
          <a:lstStyle/>
          <a:p>
            <a:fld id="{ACED1F3E-6930-4229-A9F6-37871BB6D77B}" type="slidenum">
              <a:rPr lang="en-GB" smtClean="0"/>
              <a:t>‹#›</a:t>
            </a:fld>
            <a:endParaRPr lang="en-GB"/>
          </a:p>
        </p:txBody>
      </p:sp>
    </p:spTree>
    <p:extLst>
      <p:ext uri="{BB962C8B-B14F-4D97-AF65-F5344CB8AC3E}">
        <p14:creationId xmlns:p14="http://schemas.microsoft.com/office/powerpoint/2010/main" val="3581215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10F18B-A9D4-49CF-B751-A4D57A8ABF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3006132-4227-4BD6-AD21-355F887BBD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02D2108-0D40-40A0-99FD-6AFB102DC5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FC2E0F-0E0D-44DB-BEDB-1B426C10A2AF}" type="datetimeFigureOut">
              <a:rPr lang="en-GB" smtClean="0"/>
              <a:t>28/01/2025</a:t>
            </a:fld>
            <a:endParaRPr lang="en-GB"/>
          </a:p>
        </p:txBody>
      </p:sp>
      <p:sp>
        <p:nvSpPr>
          <p:cNvPr id="5" name="Footer Placeholder 4">
            <a:extLst>
              <a:ext uri="{FF2B5EF4-FFF2-40B4-BE49-F238E27FC236}">
                <a16:creationId xmlns:a16="http://schemas.microsoft.com/office/drawing/2014/main" id="{8F0613BC-9B26-4F41-AE09-2CF1CE8205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006941AC-9236-49A4-8019-24DF6ECC82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ED1F3E-6930-4229-A9F6-37871BB6D77B}" type="slidenum">
              <a:rPr lang="en-GB" smtClean="0"/>
              <a:t>‹#›</a:t>
            </a:fld>
            <a:endParaRPr lang="en-GB"/>
          </a:p>
        </p:txBody>
      </p:sp>
    </p:spTree>
    <p:extLst>
      <p:ext uri="{BB962C8B-B14F-4D97-AF65-F5344CB8AC3E}">
        <p14:creationId xmlns:p14="http://schemas.microsoft.com/office/powerpoint/2010/main" val="17567761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BD0F0-F5AE-45F1-80D9-51D5D63D7CF6}"/>
              </a:ext>
            </a:extLst>
          </p:cNvPr>
          <p:cNvSpPr>
            <a:spLocks noGrp="1"/>
          </p:cNvSpPr>
          <p:nvPr>
            <p:ph type="ctrTitle"/>
          </p:nvPr>
        </p:nvSpPr>
        <p:spPr>
          <a:xfrm>
            <a:off x="1536834" y="2235200"/>
            <a:ext cx="9144000" cy="2387600"/>
          </a:xfrm>
        </p:spPr>
        <p:txBody>
          <a:bodyPr>
            <a:normAutofit fontScale="90000"/>
          </a:bodyPr>
          <a:lstStyle/>
          <a:p>
            <a:r>
              <a:rPr lang="en-GB" dirty="0"/>
              <a:t>Course 227</a:t>
            </a:r>
            <a:br>
              <a:rPr lang="en-GB" dirty="0"/>
            </a:br>
            <a:r>
              <a:rPr lang="en-GB" dirty="0"/>
              <a:t>Lab 4 &amp; 5 –CST Microwave Studio</a:t>
            </a:r>
            <a:br>
              <a:rPr lang="en-GB" dirty="0"/>
            </a:br>
            <a:r>
              <a:rPr lang="en-GB" dirty="0"/>
              <a:t>Microstrip Lines</a:t>
            </a:r>
            <a:br>
              <a:rPr lang="en-GB" dirty="0"/>
            </a:br>
            <a:endParaRPr lang="en-GB" dirty="0"/>
          </a:p>
        </p:txBody>
      </p:sp>
      <p:sp>
        <p:nvSpPr>
          <p:cNvPr id="3" name="Subtitle 2">
            <a:extLst>
              <a:ext uri="{FF2B5EF4-FFF2-40B4-BE49-F238E27FC236}">
                <a16:creationId xmlns:a16="http://schemas.microsoft.com/office/drawing/2014/main" id="{2DABA84A-2DD7-4CF2-9482-3139526F1857}"/>
              </a:ext>
            </a:extLst>
          </p:cNvPr>
          <p:cNvSpPr>
            <a:spLocks noGrp="1"/>
          </p:cNvSpPr>
          <p:nvPr>
            <p:ph type="subTitle" idx="1"/>
          </p:nvPr>
        </p:nvSpPr>
        <p:spPr>
          <a:xfrm>
            <a:off x="1524000" y="4439436"/>
            <a:ext cx="9144000" cy="1655762"/>
          </a:xfrm>
        </p:spPr>
        <p:txBody>
          <a:bodyPr/>
          <a:lstStyle/>
          <a:p>
            <a:r>
              <a:rPr lang="en-GB" dirty="0"/>
              <a:t>Dr Harry Marks</a:t>
            </a:r>
          </a:p>
          <a:p>
            <a:r>
              <a:rPr lang="en-GB" dirty="0"/>
              <a:t>h.marks@lancaster.ac.uk</a:t>
            </a:r>
          </a:p>
        </p:txBody>
      </p:sp>
    </p:spTree>
    <p:extLst>
      <p:ext uri="{BB962C8B-B14F-4D97-AF65-F5344CB8AC3E}">
        <p14:creationId xmlns:p14="http://schemas.microsoft.com/office/powerpoint/2010/main" val="15177570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B0A0B-141B-4C6D-B711-BA3B82BC7B86}"/>
              </a:ext>
            </a:extLst>
          </p:cNvPr>
          <p:cNvSpPr>
            <a:spLocks noGrp="1"/>
          </p:cNvSpPr>
          <p:nvPr>
            <p:ph type="title"/>
          </p:nvPr>
        </p:nvSpPr>
        <p:spPr/>
        <p:txBody>
          <a:bodyPr/>
          <a:lstStyle/>
          <a:p>
            <a:r>
              <a:rPr lang="en-GB" dirty="0"/>
              <a:t>Objectives:		</a:t>
            </a:r>
          </a:p>
        </p:txBody>
      </p:sp>
      <p:sp>
        <p:nvSpPr>
          <p:cNvPr id="3" name="Content Placeholder 2">
            <a:extLst>
              <a:ext uri="{FF2B5EF4-FFF2-40B4-BE49-F238E27FC236}">
                <a16:creationId xmlns:a16="http://schemas.microsoft.com/office/drawing/2014/main" id="{D1EBE2A1-9497-4EF3-9DB8-A8DF37A3984D}"/>
              </a:ext>
            </a:extLst>
          </p:cNvPr>
          <p:cNvSpPr>
            <a:spLocks noGrp="1"/>
          </p:cNvSpPr>
          <p:nvPr>
            <p:ph idx="1"/>
          </p:nvPr>
        </p:nvSpPr>
        <p:spPr/>
        <p:txBody>
          <a:bodyPr>
            <a:normAutofit fontScale="92500"/>
          </a:bodyPr>
          <a:lstStyle/>
          <a:p>
            <a:r>
              <a:rPr lang="en-GB" dirty="0">
                <a:solidFill>
                  <a:srgbClr val="FF0000"/>
                </a:solidFill>
              </a:rPr>
              <a:t>Learn how to set up a PCB simulation in CST</a:t>
            </a:r>
          </a:p>
          <a:p>
            <a:r>
              <a:rPr lang="en-GB" dirty="0">
                <a:solidFill>
                  <a:srgbClr val="FF0000"/>
                </a:solidFill>
              </a:rPr>
              <a:t>Simulate a microstrip waveguide.</a:t>
            </a:r>
          </a:p>
          <a:p>
            <a:r>
              <a:rPr lang="en-GB" dirty="0">
                <a:solidFill>
                  <a:srgbClr val="FF0000"/>
                </a:solidFill>
              </a:rPr>
              <a:t>Learn how to set up ports.</a:t>
            </a:r>
          </a:p>
          <a:p>
            <a:r>
              <a:rPr lang="en-GB" dirty="0">
                <a:solidFill>
                  <a:srgbClr val="FF0000"/>
                </a:solidFill>
              </a:rPr>
              <a:t>Collect data about the reflection and transmission via the S-parameters.</a:t>
            </a:r>
          </a:p>
          <a:p>
            <a:r>
              <a:rPr lang="en-GB" dirty="0">
                <a:solidFill>
                  <a:srgbClr val="FF0000"/>
                </a:solidFill>
              </a:rPr>
              <a:t>Understand how to view the E-fields throughout the structure.</a:t>
            </a:r>
          </a:p>
          <a:p>
            <a:r>
              <a:rPr lang="en-GB" dirty="0">
                <a:solidFill>
                  <a:srgbClr val="FF0000"/>
                </a:solidFill>
              </a:rPr>
              <a:t>Simulate a filter. </a:t>
            </a:r>
          </a:p>
          <a:p>
            <a:r>
              <a:rPr lang="en-GB" dirty="0">
                <a:solidFill>
                  <a:srgbClr val="FF0000"/>
                </a:solidFill>
              </a:rPr>
              <a:t>Learn how to insert a load.</a:t>
            </a:r>
          </a:p>
          <a:p>
            <a:r>
              <a:rPr lang="en-GB" dirty="0">
                <a:solidFill>
                  <a:srgbClr val="FF0000"/>
                </a:solidFill>
              </a:rPr>
              <a:t>Learn how to generate a quarter wave transformer for impedance matching.</a:t>
            </a:r>
          </a:p>
          <a:p>
            <a:pPr marL="0" indent="0">
              <a:buNone/>
            </a:pPr>
            <a:endParaRPr lang="en-GB" dirty="0">
              <a:solidFill>
                <a:srgbClr val="FF0000"/>
              </a:solidFill>
            </a:endParaRPr>
          </a:p>
        </p:txBody>
      </p:sp>
    </p:spTree>
    <p:extLst>
      <p:ext uri="{BB962C8B-B14F-4D97-AF65-F5344CB8AC3E}">
        <p14:creationId xmlns:p14="http://schemas.microsoft.com/office/powerpoint/2010/main" val="9843618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549D5-0FE0-46E1-F502-7F7E794247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50969D-51DB-A5CC-BC64-BA1B72CAE78D}"/>
              </a:ext>
            </a:extLst>
          </p:cNvPr>
          <p:cNvSpPr>
            <a:spLocks noGrp="1"/>
          </p:cNvSpPr>
          <p:nvPr>
            <p:ph type="title"/>
          </p:nvPr>
        </p:nvSpPr>
        <p:spPr/>
        <p:txBody>
          <a:bodyPr/>
          <a:lstStyle/>
          <a:p>
            <a:r>
              <a:rPr lang="en-GB" dirty="0"/>
              <a:t>Tasks to Include in your Report:	</a:t>
            </a:r>
          </a:p>
        </p:txBody>
      </p:sp>
      <p:sp>
        <p:nvSpPr>
          <p:cNvPr id="3" name="Content Placeholder 2">
            <a:extLst>
              <a:ext uri="{FF2B5EF4-FFF2-40B4-BE49-F238E27FC236}">
                <a16:creationId xmlns:a16="http://schemas.microsoft.com/office/drawing/2014/main" id="{83BAEE9B-C45F-656E-AF12-80398F26FF96}"/>
              </a:ext>
            </a:extLst>
          </p:cNvPr>
          <p:cNvSpPr>
            <a:spLocks noGrp="1"/>
          </p:cNvSpPr>
          <p:nvPr>
            <p:ph idx="1"/>
          </p:nvPr>
        </p:nvSpPr>
        <p:spPr/>
        <p:txBody>
          <a:bodyPr>
            <a:normAutofit fontScale="92500" lnSpcReduction="10000"/>
          </a:bodyPr>
          <a:lstStyle/>
          <a:p>
            <a:pPr marL="514350" indent="-514350">
              <a:buFont typeface="+mj-lt"/>
              <a:buAutoNum type="arabicPeriod"/>
            </a:pPr>
            <a:r>
              <a:rPr lang="en-GB" dirty="0">
                <a:solidFill>
                  <a:srgbClr val="FF0000"/>
                </a:solidFill>
              </a:rPr>
              <a:t>Show 3D model of your microstrip and stub filter.</a:t>
            </a:r>
          </a:p>
          <a:p>
            <a:pPr marL="514350" indent="-514350">
              <a:buFont typeface="+mj-lt"/>
              <a:buAutoNum type="arabicPeriod"/>
            </a:pPr>
            <a:r>
              <a:rPr lang="en-GB" dirty="0">
                <a:solidFill>
                  <a:srgbClr val="FF0000"/>
                </a:solidFill>
              </a:rPr>
              <a:t>Show a plot of your S11.</a:t>
            </a:r>
          </a:p>
          <a:p>
            <a:pPr marL="514350" indent="-514350">
              <a:buFont typeface="+mj-lt"/>
              <a:buAutoNum type="arabicPeriod"/>
            </a:pPr>
            <a:r>
              <a:rPr lang="en-GB" dirty="0">
                <a:solidFill>
                  <a:srgbClr val="FF0000"/>
                </a:solidFill>
              </a:rPr>
              <a:t>Show a screenshot of your original microstrip without the stub filter. Include the extra section of microstrip for matching purposes. Include in the picture the custom load.</a:t>
            </a:r>
          </a:p>
          <a:p>
            <a:pPr marL="514350" indent="-514350">
              <a:buFont typeface="+mj-lt"/>
              <a:buAutoNum type="arabicPeriod"/>
            </a:pPr>
            <a:r>
              <a:rPr lang="en-GB" dirty="0">
                <a:solidFill>
                  <a:srgbClr val="FF0000"/>
                </a:solidFill>
              </a:rPr>
              <a:t>Tune your microstrip such that there is impedance matching at the assigned frequency to your assigned load. Provide all the details of the quarter wave microstrip in your report, including of course the load and frequency you were assigned.</a:t>
            </a:r>
          </a:p>
          <a:p>
            <a:pPr marL="514350" indent="-514350">
              <a:buFont typeface="+mj-lt"/>
              <a:buAutoNum type="arabicPeriod"/>
            </a:pPr>
            <a:r>
              <a:rPr lang="en-GB" dirty="0">
                <a:solidFill>
                  <a:srgbClr val="FF0000"/>
                </a:solidFill>
              </a:rPr>
              <a:t>Show calculations made to perform the matching.</a:t>
            </a:r>
          </a:p>
          <a:p>
            <a:pPr marL="514350" indent="-514350">
              <a:buFont typeface="+mj-lt"/>
              <a:buAutoNum type="arabicPeriod"/>
            </a:pPr>
            <a:r>
              <a:rPr lang="en-GB" dirty="0">
                <a:solidFill>
                  <a:srgbClr val="FF0000"/>
                </a:solidFill>
              </a:rPr>
              <a:t>Include the plot of S11 of your matched circuit.</a:t>
            </a:r>
          </a:p>
          <a:p>
            <a:pPr marL="0" indent="0">
              <a:buNone/>
            </a:pPr>
            <a:endParaRPr lang="en-GB" dirty="0">
              <a:solidFill>
                <a:srgbClr val="FF0000"/>
              </a:solidFill>
            </a:endParaRPr>
          </a:p>
        </p:txBody>
      </p:sp>
    </p:spTree>
    <p:extLst>
      <p:ext uri="{BB962C8B-B14F-4D97-AF65-F5344CB8AC3E}">
        <p14:creationId xmlns:p14="http://schemas.microsoft.com/office/powerpoint/2010/main" val="21687768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screenshot of a computer&#10;&#10;Description automatically generated">
            <a:extLst>
              <a:ext uri="{FF2B5EF4-FFF2-40B4-BE49-F238E27FC236}">
                <a16:creationId xmlns:a16="http://schemas.microsoft.com/office/drawing/2014/main" id="{0CE4B3C3-F2E8-5F29-379E-05DD07D677E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4302" y="170819"/>
            <a:ext cx="10211122" cy="6516362"/>
          </a:xfrm>
        </p:spPr>
      </p:pic>
    </p:spTree>
    <p:extLst>
      <p:ext uri="{BB962C8B-B14F-4D97-AF65-F5344CB8AC3E}">
        <p14:creationId xmlns:p14="http://schemas.microsoft.com/office/powerpoint/2010/main" val="3658684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screenshot of a computer&#10;&#10;Description automatically generated">
            <a:extLst>
              <a:ext uri="{FF2B5EF4-FFF2-40B4-BE49-F238E27FC236}">
                <a16:creationId xmlns:a16="http://schemas.microsoft.com/office/drawing/2014/main" id="{A90BCA0E-218E-C39D-1521-48BABC2B6D1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22408" y="53471"/>
            <a:ext cx="10154653" cy="6849700"/>
          </a:xfrm>
        </p:spPr>
      </p:pic>
    </p:spTree>
    <p:extLst>
      <p:ext uri="{BB962C8B-B14F-4D97-AF65-F5344CB8AC3E}">
        <p14:creationId xmlns:p14="http://schemas.microsoft.com/office/powerpoint/2010/main" val="2710148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17C36-47BC-3644-4AFC-74E6D45B260C}"/>
            </a:ext>
          </a:extLst>
        </p:cNvPr>
        <p:cNvGrpSpPr/>
        <p:nvPr/>
      </p:nvGrpSpPr>
      <p:grpSpPr>
        <a:xfrm>
          <a:off x="0" y="0"/>
          <a:ext cx="0" cy="0"/>
          <a:chOff x="0" y="0"/>
          <a:chExt cx="0" cy="0"/>
        </a:xfrm>
      </p:grpSpPr>
      <p:pic>
        <p:nvPicPr>
          <p:cNvPr id="4" name="Content Placeholder 3" descr="A screenshot of a project&#10;&#10;Description automatically generated">
            <a:extLst>
              <a:ext uri="{FF2B5EF4-FFF2-40B4-BE49-F238E27FC236}">
                <a16:creationId xmlns:a16="http://schemas.microsoft.com/office/drawing/2014/main" id="{A3026E14-C86E-4238-0A84-B76E019277D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495" y="133913"/>
            <a:ext cx="6277851" cy="5220429"/>
          </a:xfrm>
        </p:spPr>
      </p:pic>
      <p:pic>
        <p:nvPicPr>
          <p:cNvPr id="6" name="Picture 5" descr="A screenshot of a computer&#10;&#10;Description automatically generated">
            <a:extLst>
              <a:ext uri="{FF2B5EF4-FFF2-40B4-BE49-F238E27FC236}">
                <a16:creationId xmlns:a16="http://schemas.microsoft.com/office/drawing/2014/main" id="{BCC69A11-C592-0FD1-D859-950594CE08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56350" y="815719"/>
            <a:ext cx="3705742" cy="4629796"/>
          </a:xfrm>
          <a:prstGeom prst="rect">
            <a:avLst/>
          </a:prstGeom>
        </p:spPr>
      </p:pic>
    </p:spTree>
    <p:extLst>
      <p:ext uri="{BB962C8B-B14F-4D97-AF65-F5344CB8AC3E}">
        <p14:creationId xmlns:p14="http://schemas.microsoft.com/office/powerpoint/2010/main" val="4273437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20B4A-238F-2C1C-161C-1037C60ACF73}"/>
            </a:ext>
          </a:extLst>
        </p:cNvPr>
        <p:cNvGrpSpPr/>
        <p:nvPr/>
      </p:nvGrpSpPr>
      <p:grpSpPr>
        <a:xfrm>
          <a:off x="0" y="0"/>
          <a:ext cx="0" cy="0"/>
          <a:chOff x="0" y="0"/>
          <a:chExt cx="0" cy="0"/>
        </a:xfrm>
      </p:grpSpPr>
      <p:pic>
        <p:nvPicPr>
          <p:cNvPr id="6" name="Picture 5" descr="A screenshot of a computer&#10;&#10;Description automatically generated">
            <a:extLst>
              <a:ext uri="{FF2B5EF4-FFF2-40B4-BE49-F238E27FC236}">
                <a16:creationId xmlns:a16="http://schemas.microsoft.com/office/drawing/2014/main" id="{EEBB9034-79B9-6FBD-E03D-5F79458409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64229" y="0"/>
            <a:ext cx="8992855" cy="6039693"/>
          </a:xfrm>
          <a:prstGeom prst="rect">
            <a:avLst/>
          </a:prstGeom>
        </p:spPr>
      </p:pic>
      <p:pic>
        <p:nvPicPr>
          <p:cNvPr id="4" name="Content Placeholder 3" descr="A screenshot of a computer&#10;&#10;Description automatically generated">
            <a:extLst>
              <a:ext uri="{FF2B5EF4-FFF2-40B4-BE49-F238E27FC236}">
                <a16:creationId xmlns:a16="http://schemas.microsoft.com/office/drawing/2014/main" id="{BC647C42-018E-9456-F9A5-78A4E4A36B3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 y="3918468"/>
            <a:ext cx="5592278" cy="2939531"/>
          </a:xfrm>
        </p:spPr>
      </p:pic>
    </p:spTree>
    <p:extLst>
      <p:ext uri="{BB962C8B-B14F-4D97-AF65-F5344CB8AC3E}">
        <p14:creationId xmlns:p14="http://schemas.microsoft.com/office/powerpoint/2010/main" val="31027752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2938F-4155-0158-1497-865A24590B2A}"/>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D628DD3-E630-BCDE-3CB9-8EDCDC5E80D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1859910" cy="3205213"/>
          </a:xfrm>
        </p:spPr>
      </p:pic>
      <p:pic>
        <p:nvPicPr>
          <p:cNvPr id="6" name="Picture 5" descr="A screenshot of a calculator&#10;&#10;Description automatically generated">
            <a:extLst>
              <a:ext uri="{FF2B5EF4-FFF2-40B4-BE49-F238E27FC236}">
                <a16:creationId xmlns:a16="http://schemas.microsoft.com/office/drawing/2014/main" id="{33FAE0EE-8B39-7ABD-39B0-ACC95937DB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2256" y="2190845"/>
            <a:ext cx="5153744" cy="4382112"/>
          </a:xfrm>
          <a:prstGeom prst="rect">
            <a:avLst/>
          </a:prstGeom>
        </p:spPr>
      </p:pic>
    </p:spTree>
    <p:extLst>
      <p:ext uri="{BB962C8B-B14F-4D97-AF65-F5344CB8AC3E}">
        <p14:creationId xmlns:p14="http://schemas.microsoft.com/office/powerpoint/2010/main" val="2875332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8D1BE-224F-C09D-70A2-8B2B2E3A9005}"/>
            </a:ext>
          </a:extLst>
        </p:cNvPr>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893505B0-00E9-1F7A-AFC0-6E0CD185819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35019" y="1639765"/>
            <a:ext cx="9840698" cy="2343477"/>
          </a:xfrm>
        </p:spPr>
      </p:pic>
    </p:spTree>
    <p:extLst>
      <p:ext uri="{BB962C8B-B14F-4D97-AF65-F5344CB8AC3E}">
        <p14:creationId xmlns:p14="http://schemas.microsoft.com/office/powerpoint/2010/main" val="142406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0D474-DB70-3095-6530-D1C8C18668C9}"/>
            </a:ext>
          </a:extLst>
        </p:cNvPr>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8E2AB8E8-247E-5CD6-877E-D27B3DF3DBD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01187" y="504825"/>
            <a:ext cx="8589625" cy="5672138"/>
          </a:xfrm>
        </p:spPr>
      </p:pic>
    </p:spTree>
    <p:extLst>
      <p:ext uri="{BB962C8B-B14F-4D97-AF65-F5344CB8AC3E}">
        <p14:creationId xmlns:p14="http://schemas.microsoft.com/office/powerpoint/2010/main" val="7196452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A0D86-C3E3-5CCD-94B2-43636941F259}"/>
            </a:ext>
          </a:extLst>
        </p:cNvPr>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B22E308C-1EB9-612B-468B-54275158E10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0930" y="350820"/>
            <a:ext cx="3628665" cy="5672138"/>
          </a:xfrm>
        </p:spPr>
      </p:pic>
      <p:pic>
        <p:nvPicPr>
          <p:cNvPr id="6" name="Picture 5" descr="A screenshot of a computer&#10;&#10;Description automatically generated">
            <a:extLst>
              <a:ext uri="{FF2B5EF4-FFF2-40B4-BE49-F238E27FC236}">
                <a16:creationId xmlns:a16="http://schemas.microsoft.com/office/drawing/2014/main" id="{C5CEFBD6-2EFE-7926-5959-8ACACA9A21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25688" y="392897"/>
            <a:ext cx="6325483" cy="5630061"/>
          </a:xfrm>
          <a:prstGeom prst="rect">
            <a:avLst/>
          </a:prstGeom>
        </p:spPr>
      </p:pic>
    </p:spTree>
    <p:extLst>
      <p:ext uri="{BB962C8B-B14F-4D97-AF65-F5344CB8AC3E}">
        <p14:creationId xmlns:p14="http://schemas.microsoft.com/office/powerpoint/2010/main" val="16573361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C23C6-9480-5EDC-4A4C-FD91C66DD294}"/>
            </a:ext>
          </a:extLst>
        </p:cNvPr>
        <p:cNvGrpSpPr/>
        <p:nvPr/>
      </p:nvGrpSpPr>
      <p:grpSpPr>
        <a:xfrm>
          <a:off x="0" y="0"/>
          <a:ext cx="0" cy="0"/>
          <a:chOff x="0" y="0"/>
          <a:chExt cx="0" cy="0"/>
        </a:xfrm>
      </p:grpSpPr>
      <p:pic>
        <p:nvPicPr>
          <p:cNvPr id="4" name="Content Placeholder 3" descr="A red rectangular object with a black arrow&#10;&#10;Description automatically generated">
            <a:extLst>
              <a:ext uri="{FF2B5EF4-FFF2-40B4-BE49-F238E27FC236}">
                <a16:creationId xmlns:a16="http://schemas.microsoft.com/office/drawing/2014/main" id="{469B47F2-C3FB-2E1D-BA96-4E7ECB638C6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30321" y="623496"/>
            <a:ext cx="6268325" cy="5611008"/>
          </a:xfrm>
        </p:spPr>
      </p:pic>
    </p:spTree>
    <p:extLst>
      <p:ext uri="{BB962C8B-B14F-4D97-AF65-F5344CB8AC3E}">
        <p14:creationId xmlns:p14="http://schemas.microsoft.com/office/powerpoint/2010/main" val="5622672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0DABB-B1A4-98D9-0558-6F2484CDA02B}"/>
            </a:ext>
          </a:extLst>
        </p:cNvPr>
        <p:cNvGrpSpPr/>
        <p:nvPr/>
      </p:nvGrpSpPr>
      <p:grpSpPr>
        <a:xfrm>
          <a:off x="0" y="0"/>
          <a:ext cx="0" cy="0"/>
          <a:chOff x="0" y="0"/>
          <a:chExt cx="0" cy="0"/>
        </a:xfrm>
      </p:grpSpPr>
      <p:pic>
        <p:nvPicPr>
          <p:cNvPr id="6" name="Content Placeholder 5" descr="A screenshot of a computer&#10;&#10;Description automatically generated">
            <a:extLst>
              <a:ext uri="{FF2B5EF4-FFF2-40B4-BE49-F238E27FC236}">
                <a16:creationId xmlns:a16="http://schemas.microsoft.com/office/drawing/2014/main" id="{90B95912-6578-6E36-EA35-123CAB581FA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71496" y="129296"/>
            <a:ext cx="8518538" cy="6728704"/>
          </a:xfrm>
          <a:prstGeom prst="rect">
            <a:avLst/>
          </a:prstGeom>
        </p:spPr>
      </p:pic>
    </p:spTree>
    <p:extLst>
      <p:ext uri="{BB962C8B-B14F-4D97-AF65-F5344CB8AC3E}">
        <p14:creationId xmlns:p14="http://schemas.microsoft.com/office/powerpoint/2010/main" val="36168919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B018F-9B0D-F425-0C61-386AC80666CA}"/>
            </a:ext>
          </a:extLst>
        </p:cNvPr>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342F759B-1E4C-C88F-286C-91D8FCA9B94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4512" y="402275"/>
            <a:ext cx="3493593" cy="5672138"/>
          </a:xfrm>
        </p:spPr>
      </p:pic>
      <p:pic>
        <p:nvPicPr>
          <p:cNvPr id="6" name="Picture 5" descr="A screenshot of a computer&#10;&#10;Description automatically generated">
            <a:extLst>
              <a:ext uri="{FF2B5EF4-FFF2-40B4-BE49-F238E27FC236}">
                <a16:creationId xmlns:a16="http://schemas.microsoft.com/office/drawing/2014/main" id="{B9DBFE6F-7EBB-0D55-D4D7-1C658201DD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30509" y="756735"/>
            <a:ext cx="6306430" cy="4963218"/>
          </a:xfrm>
          <a:prstGeom prst="rect">
            <a:avLst/>
          </a:prstGeom>
        </p:spPr>
      </p:pic>
    </p:spTree>
    <p:extLst>
      <p:ext uri="{BB962C8B-B14F-4D97-AF65-F5344CB8AC3E}">
        <p14:creationId xmlns:p14="http://schemas.microsoft.com/office/powerpoint/2010/main" val="2802320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2C3F6-4C56-8C72-7973-DD3FB0E1F78D}"/>
            </a:ext>
          </a:extLst>
        </p:cNvPr>
        <p:cNvGrpSpPr/>
        <p:nvPr/>
      </p:nvGrpSpPr>
      <p:grpSpPr>
        <a:xfrm>
          <a:off x="0" y="0"/>
          <a:ext cx="0" cy="0"/>
          <a:chOff x="0" y="0"/>
          <a:chExt cx="0" cy="0"/>
        </a:xfrm>
      </p:grpSpPr>
      <p:pic>
        <p:nvPicPr>
          <p:cNvPr id="6" name="Picture 5" descr="A screenshot of a computer&#10;&#10;Description automatically generated">
            <a:extLst>
              <a:ext uri="{FF2B5EF4-FFF2-40B4-BE49-F238E27FC236}">
                <a16:creationId xmlns:a16="http://schemas.microsoft.com/office/drawing/2014/main" id="{678709E3-DCCF-FCD2-EA38-B14B991861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7043" y="173780"/>
            <a:ext cx="6729954" cy="6355437"/>
          </a:xfrm>
          <a:prstGeom prst="rect">
            <a:avLst/>
          </a:prstGeom>
        </p:spPr>
      </p:pic>
    </p:spTree>
    <p:extLst>
      <p:ext uri="{BB962C8B-B14F-4D97-AF65-F5344CB8AC3E}">
        <p14:creationId xmlns:p14="http://schemas.microsoft.com/office/powerpoint/2010/main" val="5132003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A5500-28F5-45D6-288C-383FB42A29FA}"/>
            </a:ext>
          </a:extLst>
        </p:cNvPr>
        <p:cNvGrpSpPr/>
        <p:nvPr/>
      </p:nvGrpSpPr>
      <p:grpSpPr>
        <a:xfrm>
          <a:off x="0" y="0"/>
          <a:ext cx="0" cy="0"/>
          <a:chOff x="0" y="0"/>
          <a:chExt cx="0" cy="0"/>
        </a:xfrm>
      </p:grpSpPr>
      <p:pic>
        <p:nvPicPr>
          <p:cNvPr id="4" name="Content Placeholder 3" descr="A computer graphics showing a roof&#10;&#10;Description automatically generated with medium confidence">
            <a:extLst>
              <a:ext uri="{FF2B5EF4-FFF2-40B4-BE49-F238E27FC236}">
                <a16:creationId xmlns:a16="http://schemas.microsoft.com/office/drawing/2014/main" id="{2F9EB4FB-162C-8DFB-B6B4-58DC4207D6C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81938" y="1016271"/>
            <a:ext cx="8992855" cy="4610743"/>
          </a:xfrm>
        </p:spPr>
      </p:pic>
    </p:spTree>
    <p:extLst>
      <p:ext uri="{BB962C8B-B14F-4D97-AF65-F5344CB8AC3E}">
        <p14:creationId xmlns:p14="http://schemas.microsoft.com/office/powerpoint/2010/main" val="9324581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26104-5834-041A-CEDC-DADD935B2E43}"/>
            </a:ext>
          </a:extLst>
        </p:cNvPr>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CBC8CCF6-8050-224F-70D2-FA205023550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4330" y="293069"/>
            <a:ext cx="4376384" cy="5672138"/>
          </a:xfrm>
        </p:spPr>
      </p:pic>
      <p:pic>
        <p:nvPicPr>
          <p:cNvPr id="6" name="Picture 5" descr="A screenshot of a computer&#10;&#10;Description automatically generated">
            <a:extLst>
              <a:ext uri="{FF2B5EF4-FFF2-40B4-BE49-F238E27FC236}">
                <a16:creationId xmlns:a16="http://schemas.microsoft.com/office/drawing/2014/main" id="{DB7F6E9C-6258-16C8-CECD-CB61E1D63A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3402" y="595822"/>
            <a:ext cx="5905448" cy="5402856"/>
          </a:xfrm>
          <a:prstGeom prst="rect">
            <a:avLst/>
          </a:prstGeom>
        </p:spPr>
      </p:pic>
    </p:spTree>
    <p:extLst>
      <p:ext uri="{BB962C8B-B14F-4D97-AF65-F5344CB8AC3E}">
        <p14:creationId xmlns:p14="http://schemas.microsoft.com/office/powerpoint/2010/main" val="18387074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C29D2-9A97-CC18-83C9-278682AFB9E7}"/>
            </a:ext>
          </a:extLst>
        </p:cNvPr>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4B7BD42A-A67F-CFC7-CDA2-E8B16B93A81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3603" y="139065"/>
            <a:ext cx="9837491" cy="5672138"/>
          </a:xfrm>
        </p:spPr>
      </p:pic>
    </p:spTree>
    <p:extLst>
      <p:ext uri="{BB962C8B-B14F-4D97-AF65-F5344CB8AC3E}">
        <p14:creationId xmlns:p14="http://schemas.microsoft.com/office/powerpoint/2010/main" val="4089331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14867-41F8-B033-8373-BBAEB0F7AFEF}"/>
            </a:ext>
          </a:extLst>
        </p:cNvPr>
        <p:cNvGrpSpPr/>
        <p:nvPr/>
      </p:nvGrpSpPr>
      <p:grpSpPr>
        <a:xfrm>
          <a:off x="0" y="0"/>
          <a:ext cx="0" cy="0"/>
          <a:chOff x="0" y="0"/>
          <a:chExt cx="0" cy="0"/>
        </a:xfrm>
      </p:grpSpPr>
      <p:pic>
        <p:nvPicPr>
          <p:cNvPr id="4" name="Content Placeholder 3" descr="A computer screen shot of a computer screen&#10;&#10;Description automatically generated">
            <a:extLst>
              <a:ext uri="{FF2B5EF4-FFF2-40B4-BE49-F238E27FC236}">
                <a16:creationId xmlns:a16="http://schemas.microsoft.com/office/drawing/2014/main" id="{AD5378DB-6428-3CD5-9235-A66D9337BD4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5822" y="376750"/>
            <a:ext cx="10155067" cy="3791479"/>
          </a:xfrm>
        </p:spPr>
      </p:pic>
    </p:spTree>
    <p:extLst>
      <p:ext uri="{BB962C8B-B14F-4D97-AF65-F5344CB8AC3E}">
        <p14:creationId xmlns:p14="http://schemas.microsoft.com/office/powerpoint/2010/main" val="21503753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2E08A-CD63-6B82-1229-8ABCEA7B7D96}"/>
            </a:ext>
          </a:extLst>
        </p:cNvPr>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13B880CA-54C4-1D21-CC8D-891CBD61938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41972" y="227316"/>
            <a:ext cx="8909447" cy="6403367"/>
          </a:xfrm>
        </p:spPr>
      </p:pic>
    </p:spTree>
    <p:extLst>
      <p:ext uri="{BB962C8B-B14F-4D97-AF65-F5344CB8AC3E}">
        <p14:creationId xmlns:p14="http://schemas.microsoft.com/office/powerpoint/2010/main" val="15949964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23AC0-5623-D007-AFFE-933E3DA4E304}"/>
            </a:ext>
          </a:extLst>
        </p:cNvPr>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48C2CFFE-1663-4FC0-F769-A724B35B4FD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04029" y="172108"/>
            <a:ext cx="8522261" cy="6309423"/>
          </a:xfrm>
        </p:spPr>
      </p:pic>
    </p:spTree>
    <p:extLst>
      <p:ext uri="{BB962C8B-B14F-4D97-AF65-F5344CB8AC3E}">
        <p14:creationId xmlns:p14="http://schemas.microsoft.com/office/powerpoint/2010/main" val="36528837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56283-FF7B-24C0-5286-FAE07AD3E54C}"/>
            </a:ext>
          </a:extLst>
        </p:cNvPr>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FD74A00A-CA27-56ED-33ED-038A9135412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569477"/>
            <a:ext cx="10515600" cy="5542834"/>
          </a:xfrm>
        </p:spPr>
      </p:pic>
    </p:spTree>
    <p:extLst>
      <p:ext uri="{BB962C8B-B14F-4D97-AF65-F5344CB8AC3E}">
        <p14:creationId xmlns:p14="http://schemas.microsoft.com/office/powerpoint/2010/main" val="4158817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90E30-081A-46A8-825F-66B1A4BDC0C9}"/>
            </a:ext>
          </a:extLst>
        </p:cNvPr>
        <p:cNvGrpSpPr/>
        <p:nvPr/>
      </p:nvGrpSpPr>
      <p:grpSpPr>
        <a:xfrm>
          <a:off x="0" y="0"/>
          <a:ext cx="0" cy="0"/>
          <a:chOff x="0" y="0"/>
          <a:chExt cx="0" cy="0"/>
        </a:xfrm>
      </p:grpSpPr>
      <p:pic>
        <p:nvPicPr>
          <p:cNvPr id="4" name="Content Placeholder 3" descr="A computer screen shot of a computer&#10;&#10;Description automatically generated">
            <a:extLst>
              <a:ext uri="{FF2B5EF4-FFF2-40B4-BE49-F238E27FC236}">
                <a16:creationId xmlns:a16="http://schemas.microsoft.com/office/drawing/2014/main" id="{F5700B47-6737-D30B-EC4D-6AF698365D0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49375" y="154004"/>
            <a:ext cx="9961925" cy="6290850"/>
          </a:xfrm>
        </p:spPr>
      </p:pic>
    </p:spTree>
    <p:extLst>
      <p:ext uri="{BB962C8B-B14F-4D97-AF65-F5344CB8AC3E}">
        <p14:creationId xmlns:p14="http://schemas.microsoft.com/office/powerpoint/2010/main" val="15883880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26FF7-DBA1-5565-86BB-C1911EB9F1C6}"/>
            </a:ext>
          </a:extLst>
        </p:cNvPr>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31AEA21B-0A0C-B331-73AB-1ED952863A4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49819" y="87131"/>
            <a:ext cx="6933195" cy="6683738"/>
          </a:xfrm>
        </p:spPr>
      </p:pic>
    </p:spTree>
    <p:extLst>
      <p:ext uri="{BB962C8B-B14F-4D97-AF65-F5344CB8AC3E}">
        <p14:creationId xmlns:p14="http://schemas.microsoft.com/office/powerpoint/2010/main" val="2443143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15873-1018-804D-9268-889408B11FE6}"/>
            </a:ext>
          </a:extLst>
        </p:cNvPr>
        <p:cNvGrpSpPr/>
        <p:nvPr/>
      </p:nvGrpSpPr>
      <p:grpSpPr>
        <a:xfrm>
          <a:off x="0" y="0"/>
          <a:ext cx="0" cy="0"/>
          <a:chOff x="0" y="0"/>
          <a:chExt cx="0" cy="0"/>
        </a:xfrm>
      </p:grpSpPr>
      <p:pic>
        <p:nvPicPr>
          <p:cNvPr id="4" name="Content Placeholder 3" descr="A screen shot of a graph&#10;&#10;Description automatically generated">
            <a:extLst>
              <a:ext uri="{FF2B5EF4-FFF2-40B4-BE49-F238E27FC236}">
                <a16:creationId xmlns:a16="http://schemas.microsoft.com/office/drawing/2014/main" id="{91FA3D5C-E2FB-8A20-0AAF-44295869E88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3681" y="366137"/>
            <a:ext cx="11704637" cy="5765156"/>
          </a:xfrm>
        </p:spPr>
      </p:pic>
    </p:spTree>
    <p:extLst>
      <p:ext uri="{BB962C8B-B14F-4D97-AF65-F5344CB8AC3E}">
        <p14:creationId xmlns:p14="http://schemas.microsoft.com/office/powerpoint/2010/main" val="9848817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3F833-1FA9-06DA-0C02-D2BDF6185ACE}"/>
            </a:ext>
          </a:extLst>
        </p:cNvPr>
        <p:cNvGrpSpPr/>
        <p:nvPr/>
      </p:nvGrpSpPr>
      <p:grpSpPr>
        <a:xfrm>
          <a:off x="0" y="0"/>
          <a:ext cx="0" cy="0"/>
          <a:chOff x="0" y="0"/>
          <a:chExt cx="0" cy="0"/>
        </a:xfrm>
      </p:grpSpPr>
      <p:pic>
        <p:nvPicPr>
          <p:cNvPr id="4" name="Content Placeholder 3" descr="A screen shot of a graph&#10;&#10;Description automatically generated">
            <a:extLst>
              <a:ext uri="{FF2B5EF4-FFF2-40B4-BE49-F238E27FC236}">
                <a16:creationId xmlns:a16="http://schemas.microsoft.com/office/drawing/2014/main" id="{E0A29B04-220D-C091-CEFD-115B50DC8AE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5438" y="873348"/>
            <a:ext cx="11605440" cy="4872934"/>
          </a:xfrm>
        </p:spPr>
      </p:pic>
    </p:spTree>
    <p:extLst>
      <p:ext uri="{BB962C8B-B14F-4D97-AF65-F5344CB8AC3E}">
        <p14:creationId xmlns:p14="http://schemas.microsoft.com/office/powerpoint/2010/main" val="5036238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89BC6-1881-8435-2EBA-81658247ECB5}"/>
            </a:ext>
          </a:extLst>
        </p:cNvPr>
        <p:cNvGrpSpPr/>
        <p:nvPr/>
      </p:nvGrpSpPr>
      <p:grpSpPr>
        <a:xfrm>
          <a:off x="0" y="0"/>
          <a:ext cx="0" cy="0"/>
          <a:chOff x="0" y="0"/>
          <a:chExt cx="0" cy="0"/>
        </a:xfrm>
      </p:grpSpPr>
      <p:pic>
        <p:nvPicPr>
          <p:cNvPr id="4" name="Content Placeholder 3" descr="A computer screen shot of a computer program&#10;&#10;Description automatically generated">
            <a:extLst>
              <a:ext uri="{FF2B5EF4-FFF2-40B4-BE49-F238E27FC236}">
                <a16:creationId xmlns:a16="http://schemas.microsoft.com/office/drawing/2014/main" id="{8FA279F6-7E48-3763-351E-0E580804A3D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8610" y="488551"/>
            <a:ext cx="11634779" cy="5459862"/>
          </a:xfrm>
        </p:spPr>
      </p:pic>
    </p:spTree>
    <p:extLst>
      <p:ext uri="{BB962C8B-B14F-4D97-AF65-F5344CB8AC3E}">
        <p14:creationId xmlns:p14="http://schemas.microsoft.com/office/powerpoint/2010/main" val="9015937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4467A-FB80-BA7F-12B7-CCF8EAF00301}"/>
            </a:ext>
          </a:extLst>
        </p:cNvPr>
        <p:cNvGrpSpPr/>
        <p:nvPr/>
      </p:nvGrpSpPr>
      <p:grpSpPr>
        <a:xfrm>
          <a:off x="0" y="0"/>
          <a:ext cx="0" cy="0"/>
          <a:chOff x="0" y="0"/>
          <a:chExt cx="0" cy="0"/>
        </a:xfrm>
      </p:grpSpPr>
      <p:pic>
        <p:nvPicPr>
          <p:cNvPr id="4" name="Content Placeholder 3" descr="A graph on a white background&#10;&#10;Description automatically generated">
            <a:extLst>
              <a:ext uri="{FF2B5EF4-FFF2-40B4-BE49-F238E27FC236}">
                <a16:creationId xmlns:a16="http://schemas.microsoft.com/office/drawing/2014/main" id="{27D8F99A-4E14-60CC-9160-1B2FD0B7A0F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2251" y="879087"/>
            <a:ext cx="11507497" cy="4482184"/>
          </a:xfrm>
        </p:spPr>
      </p:pic>
    </p:spTree>
    <p:extLst>
      <p:ext uri="{BB962C8B-B14F-4D97-AF65-F5344CB8AC3E}">
        <p14:creationId xmlns:p14="http://schemas.microsoft.com/office/powerpoint/2010/main" val="2328308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200ED-038B-F8B6-D4C2-2F6C8C6A524D}"/>
            </a:ext>
          </a:extLst>
        </p:cNvPr>
        <p:cNvGrpSpPr/>
        <p:nvPr/>
      </p:nvGrpSpPr>
      <p:grpSpPr>
        <a:xfrm>
          <a:off x="0" y="0"/>
          <a:ext cx="0" cy="0"/>
          <a:chOff x="0" y="0"/>
          <a:chExt cx="0" cy="0"/>
        </a:xfrm>
      </p:grpSpPr>
      <p:pic>
        <p:nvPicPr>
          <p:cNvPr id="4" name="Content Placeholder 3" descr="A screenshot of a graph&#10;&#10;Description automatically generated">
            <a:extLst>
              <a:ext uri="{FF2B5EF4-FFF2-40B4-BE49-F238E27FC236}">
                <a16:creationId xmlns:a16="http://schemas.microsoft.com/office/drawing/2014/main" id="{C35B2F62-3C6D-28A3-1020-F21ED0DE6D3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52834" y="134980"/>
            <a:ext cx="5977280" cy="6588039"/>
          </a:xfrm>
        </p:spPr>
      </p:pic>
    </p:spTree>
    <p:extLst>
      <p:ext uri="{BB962C8B-B14F-4D97-AF65-F5344CB8AC3E}">
        <p14:creationId xmlns:p14="http://schemas.microsoft.com/office/powerpoint/2010/main" val="10778640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A9C70-C0CE-A38D-FE6E-B54E79C76A9A}"/>
            </a:ext>
          </a:extLst>
        </p:cNvPr>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A8BBE7BA-FF3D-85FA-AC93-0AC3F484CA2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6344535" cy="3982006"/>
          </a:xfrm>
        </p:spPr>
      </p:pic>
      <p:pic>
        <p:nvPicPr>
          <p:cNvPr id="6" name="Picture 5" descr="A screenshot of a computer&#10;&#10;Description automatically generated">
            <a:extLst>
              <a:ext uri="{FF2B5EF4-FFF2-40B4-BE49-F238E27FC236}">
                <a16:creationId xmlns:a16="http://schemas.microsoft.com/office/drawing/2014/main" id="{5B060F7C-A56D-CBE5-BDA5-8A7B5C19B6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52254" y="2980784"/>
            <a:ext cx="6239746" cy="3877216"/>
          </a:xfrm>
          <a:prstGeom prst="rect">
            <a:avLst/>
          </a:prstGeom>
        </p:spPr>
      </p:pic>
    </p:spTree>
    <p:extLst>
      <p:ext uri="{BB962C8B-B14F-4D97-AF65-F5344CB8AC3E}">
        <p14:creationId xmlns:p14="http://schemas.microsoft.com/office/powerpoint/2010/main" val="1830589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D2BCA-A572-E2E3-4EEC-8CDCDBD6016E}"/>
            </a:ext>
          </a:extLst>
        </p:cNvPr>
        <p:cNvGrpSpPr/>
        <p:nvPr/>
      </p:nvGrpSpPr>
      <p:grpSpPr>
        <a:xfrm>
          <a:off x="0" y="0"/>
          <a:ext cx="0" cy="0"/>
          <a:chOff x="0" y="0"/>
          <a:chExt cx="0" cy="0"/>
        </a:xfrm>
      </p:grpSpPr>
      <p:pic>
        <p:nvPicPr>
          <p:cNvPr id="4" name="Content Placeholder 3" descr="A screen shot of a graph&#10;&#10;Description automatically generated">
            <a:extLst>
              <a:ext uri="{FF2B5EF4-FFF2-40B4-BE49-F238E27FC236}">
                <a16:creationId xmlns:a16="http://schemas.microsoft.com/office/drawing/2014/main" id="{DE77C73A-9A13-486E-D8CC-73F65CEF3FB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178" y="916734"/>
            <a:ext cx="11685925" cy="4810298"/>
          </a:xfrm>
        </p:spPr>
      </p:pic>
    </p:spTree>
    <p:extLst>
      <p:ext uri="{BB962C8B-B14F-4D97-AF65-F5344CB8AC3E}">
        <p14:creationId xmlns:p14="http://schemas.microsoft.com/office/powerpoint/2010/main" val="27934071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9B0E3-1D3B-B167-D592-20BA70BDC243}"/>
            </a:ext>
          </a:extLst>
        </p:cNvPr>
        <p:cNvGrpSpPr/>
        <p:nvPr/>
      </p:nvGrpSpPr>
      <p:grpSpPr>
        <a:xfrm>
          <a:off x="0" y="0"/>
          <a:ext cx="0" cy="0"/>
          <a:chOff x="0" y="0"/>
          <a:chExt cx="0" cy="0"/>
        </a:xfrm>
      </p:grpSpPr>
      <p:pic>
        <p:nvPicPr>
          <p:cNvPr id="4" name="Content Placeholder 3" descr="A graph with a red line&#10;&#10;Description automatically generated">
            <a:extLst>
              <a:ext uri="{FF2B5EF4-FFF2-40B4-BE49-F238E27FC236}">
                <a16:creationId xmlns:a16="http://schemas.microsoft.com/office/drawing/2014/main" id="{032E8DB4-6126-9CA2-17B0-B14DD3BD796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9185" y="331516"/>
            <a:ext cx="12035934" cy="4972004"/>
          </a:xfrm>
        </p:spPr>
      </p:pic>
    </p:spTree>
    <p:extLst>
      <p:ext uri="{BB962C8B-B14F-4D97-AF65-F5344CB8AC3E}">
        <p14:creationId xmlns:p14="http://schemas.microsoft.com/office/powerpoint/2010/main" val="23210741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D38BE-6A0E-6930-1C05-306360627F07}"/>
            </a:ext>
          </a:extLst>
        </p:cNvPr>
        <p:cNvGrpSpPr/>
        <p:nvPr/>
      </p:nvGrpSpPr>
      <p:grpSpPr>
        <a:xfrm>
          <a:off x="0" y="0"/>
          <a:ext cx="0" cy="0"/>
          <a:chOff x="0" y="0"/>
          <a:chExt cx="0" cy="0"/>
        </a:xfrm>
      </p:grpSpPr>
      <p:pic>
        <p:nvPicPr>
          <p:cNvPr id="12" name="Content Placeholder 11" descr="A screenshot of a computer&#10;&#10;Description automatically generated">
            <a:extLst>
              <a:ext uri="{FF2B5EF4-FFF2-40B4-BE49-F238E27FC236}">
                <a16:creationId xmlns:a16="http://schemas.microsoft.com/office/drawing/2014/main" id="{FE83ADE4-EBB0-7403-6925-A627D4F06F8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5605" y="121952"/>
            <a:ext cx="11599423" cy="5229693"/>
          </a:xfrm>
        </p:spPr>
      </p:pic>
    </p:spTree>
    <p:extLst>
      <p:ext uri="{BB962C8B-B14F-4D97-AF65-F5344CB8AC3E}">
        <p14:creationId xmlns:p14="http://schemas.microsoft.com/office/powerpoint/2010/main" val="34807215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C322F-882E-4D1D-7536-A3A443626535}"/>
            </a:ext>
          </a:extLst>
        </p:cNvPr>
        <p:cNvGrpSpPr/>
        <p:nvPr/>
      </p:nvGrpSpPr>
      <p:grpSpPr>
        <a:xfrm>
          <a:off x="0" y="0"/>
          <a:ext cx="0" cy="0"/>
          <a:chOff x="0" y="0"/>
          <a:chExt cx="0" cy="0"/>
        </a:xfrm>
      </p:grpSpPr>
      <p:pic>
        <p:nvPicPr>
          <p:cNvPr id="4" name="Content Placeholder 3" descr="A graph with green and red lines&#10;&#10;Description automatically generated">
            <a:extLst>
              <a:ext uri="{FF2B5EF4-FFF2-40B4-BE49-F238E27FC236}">
                <a16:creationId xmlns:a16="http://schemas.microsoft.com/office/drawing/2014/main" id="{914BD960-8CE4-9FB7-21A0-66465EE06D6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9933" y="114320"/>
            <a:ext cx="11893489" cy="4294051"/>
          </a:xfrm>
        </p:spPr>
      </p:pic>
    </p:spTree>
    <p:extLst>
      <p:ext uri="{BB962C8B-B14F-4D97-AF65-F5344CB8AC3E}">
        <p14:creationId xmlns:p14="http://schemas.microsoft.com/office/powerpoint/2010/main" val="3279286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A1F60-06BF-3F58-5F61-8741370FF52A}"/>
            </a:ext>
          </a:extLst>
        </p:cNvPr>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0BB73A86-7ABC-C75D-9248-70329EA13F2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44682" y="303845"/>
            <a:ext cx="8363900" cy="6250309"/>
          </a:xfrm>
        </p:spPr>
      </p:pic>
    </p:spTree>
    <p:extLst>
      <p:ext uri="{BB962C8B-B14F-4D97-AF65-F5344CB8AC3E}">
        <p14:creationId xmlns:p14="http://schemas.microsoft.com/office/powerpoint/2010/main" val="10588422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DA300-2535-7CED-0CCE-A30FA1BC7610}"/>
            </a:ext>
          </a:extLst>
        </p:cNvPr>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75B05BC9-7427-9586-A1E4-81A2D31BCC2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13462" y="379696"/>
            <a:ext cx="8227090" cy="5672138"/>
          </a:xfrm>
        </p:spPr>
      </p:pic>
    </p:spTree>
    <p:extLst>
      <p:ext uri="{BB962C8B-B14F-4D97-AF65-F5344CB8AC3E}">
        <p14:creationId xmlns:p14="http://schemas.microsoft.com/office/powerpoint/2010/main" val="13870550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704A5-1D6D-0491-7DDF-168B9F399FB2}"/>
            </a:ext>
          </a:extLst>
        </p:cNvPr>
        <p:cNvGrpSpPr/>
        <p:nvPr/>
      </p:nvGrpSpPr>
      <p:grpSpPr>
        <a:xfrm>
          <a:off x="0" y="0"/>
          <a:ext cx="0" cy="0"/>
          <a:chOff x="0" y="0"/>
          <a:chExt cx="0" cy="0"/>
        </a:xfrm>
      </p:grpSpPr>
      <p:pic>
        <p:nvPicPr>
          <p:cNvPr id="4" name="Content Placeholder 3" descr="A graph with red lines&#10;&#10;Description automatically generated">
            <a:extLst>
              <a:ext uri="{FF2B5EF4-FFF2-40B4-BE49-F238E27FC236}">
                <a16:creationId xmlns:a16="http://schemas.microsoft.com/office/drawing/2014/main" id="{4AFB8F1A-42AE-AC47-C874-9CD4B0CDD6B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2322" y="302793"/>
            <a:ext cx="11107932" cy="4018950"/>
          </a:xfrm>
        </p:spPr>
      </p:pic>
    </p:spTree>
    <p:extLst>
      <p:ext uri="{BB962C8B-B14F-4D97-AF65-F5344CB8AC3E}">
        <p14:creationId xmlns:p14="http://schemas.microsoft.com/office/powerpoint/2010/main" val="24465979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E16BF-CFCB-021E-6DE8-A7CA7ABFAB0C}"/>
            </a:ext>
          </a:extLst>
        </p:cNvPr>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27ACA2A3-DBC5-B45D-260E-0FEB24DC1E0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72785" y="456699"/>
            <a:ext cx="7998227" cy="5672138"/>
          </a:xfrm>
        </p:spPr>
      </p:pic>
    </p:spTree>
    <p:extLst>
      <p:ext uri="{BB962C8B-B14F-4D97-AF65-F5344CB8AC3E}">
        <p14:creationId xmlns:p14="http://schemas.microsoft.com/office/powerpoint/2010/main" val="6637688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99265-2EA0-74CA-A749-76827B8FD9CD}"/>
            </a:ext>
          </a:extLst>
        </p:cNvPr>
        <p:cNvGrpSpPr/>
        <p:nvPr/>
      </p:nvGrpSpPr>
      <p:grpSpPr>
        <a:xfrm>
          <a:off x="0" y="0"/>
          <a:ext cx="0" cy="0"/>
          <a:chOff x="0" y="0"/>
          <a:chExt cx="0" cy="0"/>
        </a:xfrm>
      </p:grpSpPr>
      <p:pic>
        <p:nvPicPr>
          <p:cNvPr id="4" name="Content Placeholder 3" descr="A graph with a red line&#10;&#10;Description automatically generated">
            <a:extLst>
              <a:ext uri="{FF2B5EF4-FFF2-40B4-BE49-F238E27FC236}">
                <a16:creationId xmlns:a16="http://schemas.microsoft.com/office/drawing/2014/main" id="{4295741C-1013-C8A3-DAD1-88652EF7067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4571" y="2413490"/>
            <a:ext cx="10515600" cy="3779860"/>
          </a:xfrm>
        </p:spPr>
      </p:pic>
      <p:sp>
        <p:nvSpPr>
          <p:cNvPr id="5" name="TextBox 4">
            <a:extLst>
              <a:ext uri="{FF2B5EF4-FFF2-40B4-BE49-F238E27FC236}">
                <a16:creationId xmlns:a16="http://schemas.microsoft.com/office/drawing/2014/main" id="{A7E38962-72F1-5F13-77D5-58139AF0FE1D}"/>
              </a:ext>
            </a:extLst>
          </p:cNvPr>
          <p:cNvSpPr txBox="1"/>
          <p:nvPr/>
        </p:nvSpPr>
        <p:spPr>
          <a:xfrm>
            <a:off x="616017" y="394636"/>
            <a:ext cx="10616665" cy="369332"/>
          </a:xfrm>
          <a:prstGeom prst="rect">
            <a:avLst/>
          </a:prstGeom>
          <a:noFill/>
        </p:spPr>
        <p:txBody>
          <a:bodyPr wrap="square" rtlCol="0">
            <a:spAutoFit/>
          </a:bodyPr>
          <a:lstStyle/>
          <a:p>
            <a:r>
              <a:rPr lang="en-GB" dirty="0"/>
              <a:t>Delete the filter element so you are just working with a straight PCB line</a:t>
            </a:r>
          </a:p>
        </p:txBody>
      </p:sp>
    </p:spTree>
    <p:extLst>
      <p:ext uri="{BB962C8B-B14F-4D97-AF65-F5344CB8AC3E}">
        <p14:creationId xmlns:p14="http://schemas.microsoft.com/office/powerpoint/2010/main" val="13959893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9AC9F-8FAE-A90B-70EE-6AB1241951DB}"/>
            </a:ext>
          </a:extLst>
        </p:cNvPr>
        <p:cNvGrpSpPr/>
        <p:nvPr/>
      </p:nvGrpSpPr>
      <p:grpSpPr>
        <a:xfrm>
          <a:off x="0" y="0"/>
          <a:ext cx="0" cy="0"/>
          <a:chOff x="0" y="0"/>
          <a:chExt cx="0" cy="0"/>
        </a:xfrm>
      </p:grpSpPr>
      <p:pic>
        <p:nvPicPr>
          <p:cNvPr id="4" name="Content Placeholder 3" descr="A computer screen shot of a tool&#10;&#10;Description automatically generated">
            <a:extLst>
              <a:ext uri="{FF2B5EF4-FFF2-40B4-BE49-F238E27FC236}">
                <a16:creationId xmlns:a16="http://schemas.microsoft.com/office/drawing/2014/main" id="{550CE7A0-0269-7A2D-4CE3-B4E6883A6C2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4571" y="101189"/>
            <a:ext cx="10515600" cy="5074120"/>
          </a:xfrm>
        </p:spPr>
      </p:pic>
    </p:spTree>
    <p:extLst>
      <p:ext uri="{BB962C8B-B14F-4D97-AF65-F5344CB8AC3E}">
        <p14:creationId xmlns:p14="http://schemas.microsoft.com/office/powerpoint/2010/main" val="7078794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D318B-724A-1A06-E47A-B6426BA9E1CA}"/>
            </a:ext>
          </a:extLst>
        </p:cNvPr>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E598DA3B-AD12-3107-9725-159389ECCAB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16972" y="177566"/>
            <a:ext cx="10158055" cy="5672138"/>
          </a:xfrm>
        </p:spPr>
      </p:pic>
    </p:spTree>
    <p:extLst>
      <p:ext uri="{BB962C8B-B14F-4D97-AF65-F5344CB8AC3E}">
        <p14:creationId xmlns:p14="http://schemas.microsoft.com/office/powerpoint/2010/main" val="32306063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29512-EF3D-5843-BEE1-79C2E83439FB}"/>
            </a:ext>
          </a:extLst>
        </p:cNvPr>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7D689DFF-7B5E-5E78-9E65-2107F49CE9A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56941" y="235317"/>
            <a:ext cx="8719853" cy="5672138"/>
          </a:xfrm>
        </p:spPr>
      </p:pic>
    </p:spTree>
    <p:extLst>
      <p:ext uri="{BB962C8B-B14F-4D97-AF65-F5344CB8AC3E}">
        <p14:creationId xmlns:p14="http://schemas.microsoft.com/office/powerpoint/2010/main" val="38497833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7D0FB-D519-B5C6-3168-5EFB6686B132}"/>
            </a:ext>
          </a:extLst>
        </p:cNvPr>
        <p:cNvGrpSpPr/>
        <p:nvPr/>
      </p:nvGrpSpPr>
      <p:grpSpPr>
        <a:xfrm>
          <a:off x="0" y="0"/>
          <a:ext cx="0" cy="0"/>
          <a:chOff x="0" y="0"/>
          <a:chExt cx="0" cy="0"/>
        </a:xfrm>
      </p:grpSpPr>
      <p:pic>
        <p:nvPicPr>
          <p:cNvPr id="4" name="Content Placeholder 3" descr="A graph with red lines&#10;&#10;Description automatically generated">
            <a:extLst>
              <a:ext uri="{FF2B5EF4-FFF2-40B4-BE49-F238E27FC236}">
                <a16:creationId xmlns:a16="http://schemas.microsoft.com/office/drawing/2014/main" id="{30E73EE0-3A9B-D997-C81F-FEF554FA2D9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9067" y="419883"/>
            <a:ext cx="11731362" cy="4219494"/>
          </a:xfrm>
        </p:spPr>
      </p:pic>
    </p:spTree>
    <p:extLst>
      <p:ext uri="{BB962C8B-B14F-4D97-AF65-F5344CB8AC3E}">
        <p14:creationId xmlns:p14="http://schemas.microsoft.com/office/powerpoint/2010/main" val="3097791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9DCD-8E7A-8A57-3EE5-B0B19DCF4397}"/>
            </a:ext>
          </a:extLst>
        </p:cNvPr>
        <p:cNvGrpSpPr/>
        <p:nvPr/>
      </p:nvGrpSpPr>
      <p:grpSpPr>
        <a:xfrm>
          <a:off x="0" y="0"/>
          <a:ext cx="0" cy="0"/>
          <a:chOff x="0" y="0"/>
          <a:chExt cx="0" cy="0"/>
        </a:xfrm>
      </p:grpSpPr>
      <p:pic>
        <p:nvPicPr>
          <p:cNvPr id="4" name="Content Placeholder 3" descr="A close-up of a text&#10;&#10;Description automatically generated">
            <a:extLst>
              <a:ext uri="{FF2B5EF4-FFF2-40B4-BE49-F238E27FC236}">
                <a16:creationId xmlns:a16="http://schemas.microsoft.com/office/drawing/2014/main" id="{1E10EB0A-5DE0-2852-F32B-2393EF83157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633" y="360785"/>
            <a:ext cx="12058733" cy="2353540"/>
          </a:xfrm>
        </p:spPr>
      </p:pic>
    </p:spTree>
    <p:extLst>
      <p:ext uri="{BB962C8B-B14F-4D97-AF65-F5344CB8AC3E}">
        <p14:creationId xmlns:p14="http://schemas.microsoft.com/office/powerpoint/2010/main" val="41149380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332</TotalTime>
  <Words>226</Words>
  <Application>Microsoft Office PowerPoint</Application>
  <PresentationFormat>Widescreen</PresentationFormat>
  <Paragraphs>20</Paragraphs>
  <Slides>44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Arial</vt:lpstr>
      <vt:lpstr>Calibri</vt:lpstr>
      <vt:lpstr>Calibri Light</vt:lpstr>
      <vt:lpstr>Office Theme</vt:lpstr>
      <vt:lpstr>Course 227 Lab 4 &amp; 5 –CST Microwave Studio Microstrip Lines </vt:lpstr>
      <vt:lpstr>Objectives:  </vt:lpstr>
      <vt:lpstr>Tasks to Include in your Report: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Marks, Harry</dc:creator>
  <cp:lastModifiedBy>Marks, Harry</cp:lastModifiedBy>
  <cp:revision>35</cp:revision>
  <dcterms:created xsi:type="dcterms:W3CDTF">2021-03-28T08:56:24Z</dcterms:created>
  <dcterms:modified xsi:type="dcterms:W3CDTF">2025-01-28T15:21:37Z</dcterms:modified>
</cp:coreProperties>
</file>