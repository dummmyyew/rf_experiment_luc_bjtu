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9" r:id="rId4"/>
    <p:sldId id="290" r:id="rId5"/>
    <p:sldId id="292" r:id="rId6"/>
    <p:sldId id="291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BD89-16D7-4825-AB1D-293A78DED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929F9-9DAE-4F42-9420-CF99C0C68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FA9B-8108-4C86-A088-4A793261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EBF8-8215-4EE1-8018-DB7FC3FF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E84A-A77D-4B2D-B776-30D316C3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45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F7BC-257B-420D-8ECA-B64A8B53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A15B-58A5-49D9-A001-C816D0A0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4FE9D-BA22-4EB8-A76F-0965F394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EA0B-ADA3-42EF-A78F-8C0D9E0F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4EA1-4909-4B98-AAAE-F12B5282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7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D0A-101E-4578-858A-762D6867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1E92-BD3F-46CC-A389-547338AC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8D16-5268-4D2F-9CCC-47D075C4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F5CDC-54BD-4866-94C7-39B38706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B70B-50FD-4135-88A3-0D11D2E1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88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651D-11B9-451C-B29A-9D6DBD11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BD51-7103-4DFA-89FF-531B85348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F315A-C9E7-411F-A4A6-C0B92792B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320F1-E8DC-4D8D-9D9E-8EBAD0B4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EA8F9-42B3-43D0-8FE6-D5F30E0E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E1CBB-3DAC-420C-849A-FD0E3214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50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8AC6-80AD-4A7A-9623-B9AB0DB8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10D27-3150-4875-BD3D-6D2E9A10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9AE51-FBF0-4BC1-8865-6C6537B7F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CDAA3-0D64-416E-9A4C-8AA4B2847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08FAD-82A6-4D1E-AD4B-EC4481ECF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FFDBA-6495-4702-B5A3-8BB46940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014F9-F2C1-41CE-A09D-DFF07DCB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4B870-03C1-40BD-A5FC-0415C4A0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43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D052-0578-4D0C-81EF-FCFEAAED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B3B1B-4EDF-4040-ADCC-51FBDE0E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50C52-0CAC-4EB0-885F-BA6EBDB1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59532-84FD-4CD5-8EE9-7FB13FF2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3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180F5-B6AF-43E0-A57F-E951E37D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9E881-7E7E-4CA9-A884-829FDD9A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337C-D274-417F-B587-3F7CE170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32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9B46-DC7D-4D6C-A6A1-C87BC16B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D243-B1AC-44C5-9568-34B879D9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BD087-79D1-4891-9E91-99A8C1883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3AB04-212A-49C3-A0BD-ABDAA9E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C21EA-4027-4609-A00A-58B674C4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68A5-D192-4A1A-84B3-C5B2EE77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5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BEA8-A413-42EB-A9F5-D60A8CF6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5C81E-EB01-4389-B5FF-87FFB6611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AAA02-2087-410D-AEEC-6C464697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7600C-CA56-440A-98DD-5D58C3BC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675B3-621C-44DF-878F-0412477B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9B112-833A-4F73-9E2B-FF38F646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99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3AD2-67FF-4E49-B8D3-00C4DDA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13C13-8A5C-4CB8-8F03-D991C782E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2A9C-3275-453F-849F-952D22EE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842BB-D534-41AF-9745-C98ABC8E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9AF7-FEB1-43F2-8584-E673FCCC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4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8DA51-A200-458E-8820-4F09B6343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05F22-53D6-46FD-8680-A4AD37198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A0A0-6704-4F89-A264-115DCF20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FAF2-5739-4A9B-B54C-09B743C9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E97E-9814-42E1-A8E0-3E913D04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21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0F18B-A9D4-49CF-B751-A4D57A8A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6132-4227-4BD6-AD21-355F887B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108-0D40-40A0-99FD-6AFB102DC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13BC-9B26-4F41-AE09-2CF1CE820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41AC-9236-49A4-8019-24DF6ECC8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77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D0F0-F5AE-45F1-80D9-51D5D63D7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Course 227</a:t>
            </a:r>
            <a:br>
              <a:rPr lang="en-GB" dirty="0"/>
            </a:br>
            <a:r>
              <a:rPr lang="en-GB" dirty="0"/>
              <a:t>Lab 3 – Waveguide Structures</a:t>
            </a:r>
            <a:br>
              <a:rPr lang="en-GB" dirty="0"/>
            </a:br>
            <a:r>
              <a:rPr lang="en-GB" dirty="0"/>
              <a:t>CST Microwave Studio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BA84A-2DD7-4CF2-9482-3139526F1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Harry Marks</a:t>
            </a:r>
          </a:p>
          <a:p>
            <a:r>
              <a:rPr lang="en-GB" dirty="0"/>
              <a:t>h.marks@lancaster.ac.uk</a:t>
            </a:r>
          </a:p>
        </p:txBody>
      </p:sp>
    </p:spTree>
    <p:extLst>
      <p:ext uri="{BB962C8B-B14F-4D97-AF65-F5344CB8AC3E}">
        <p14:creationId xmlns:p14="http://schemas.microsoft.com/office/powerpoint/2010/main" val="151775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0A0B-141B-4C6D-B711-BA3B82BC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Objectives: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E2A1-9497-4EF3-9DB8-A8DF37A3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Become more familiar with CST Microwave Studio by simulating new structures: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Simulate a 3-port structure with two matched, and one unmatched port.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Simulate a magic-tee waveguide coupler.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36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8A940D2E-3AD6-40AA-8BA8-4573D8D48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17" y="619878"/>
            <a:ext cx="5534057" cy="24253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71D0E4-2A22-44DC-982F-9EFCD0C2C0C3}"/>
              </a:ext>
            </a:extLst>
          </p:cNvPr>
          <p:cNvSpPr txBox="1"/>
          <p:nvPr/>
        </p:nvSpPr>
        <p:spPr>
          <a:xfrm>
            <a:off x="444617" y="4269996"/>
            <a:ext cx="114090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Using what you learned in lab 2, create the three port structure shown above.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Like in lab 2 the dimensions of the waveguide should be WR10, that is, inner dimensions 2.54 mm by 1.27 mm.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material is PEC, perfect electric conductor.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your structure doesn’t look grey like the above picture you may have selected the wrong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length of the waveguide coming out the side of the main waveguide section should be 3.25 mm.</a:t>
            </a:r>
          </a:p>
        </p:txBody>
      </p:sp>
      <p:pic>
        <p:nvPicPr>
          <p:cNvPr id="8" name="Picture 7" descr="Diagram, engineering drawing&#10;&#10;Description automatically generated">
            <a:extLst>
              <a:ext uri="{FF2B5EF4-FFF2-40B4-BE49-F238E27FC236}">
                <a16:creationId xmlns:a16="http://schemas.microsoft.com/office/drawing/2014/main" id="{6243D485-87AA-42EB-9613-0751D4002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128" y="134223"/>
            <a:ext cx="4860406" cy="386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6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B4384DA1-4211-425E-BE8C-EE3C0C58A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39" y="0"/>
            <a:ext cx="7869328" cy="34487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506D1-E64C-4A86-AF9E-B8B342E72DBB}"/>
              </a:ext>
            </a:extLst>
          </p:cNvPr>
          <p:cNvSpPr txBox="1"/>
          <p:nvPr/>
        </p:nvSpPr>
        <p:spPr>
          <a:xfrm>
            <a:off x="553674" y="3598877"/>
            <a:ext cx="109140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 you learned in lab 2, generate ports where the green arrows are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 not generate a port where the orange arrow is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you have already generated a port here you can delete the port using the menu on the left hand side.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When a port is generated in CST it is a </a:t>
            </a:r>
            <a:r>
              <a:rPr lang="en-GB" b="1" dirty="0"/>
              <a:t>matched load</a:t>
            </a:r>
            <a:r>
              <a:rPr lang="en-GB" dirty="0"/>
              <a:t>, it is as if the waveguide continued forever from this point. In other words, there are no reflections. Not defining a port where the orange arrow is shown means we will have reflections from this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 a simulation from 80 to 125 GHz.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u="sng" dirty="0"/>
              <a:t>Save the 1D, S11 and S21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Include this in your final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1362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BA54A074-9C67-471E-8AF1-C80A6AAB3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67" y="298829"/>
            <a:ext cx="711339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711C1-3520-4006-A9EB-6CECC0961110}"/>
              </a:ext>
            </a:extLst>
          </p:cNvPr>
          <p:cNvSpPr txBox="1"/>
          <p:nvPr/>
        </p:nvSpPr>
        <p:spPr>
          <a:xfrm>
            <a:off x="8053431" y="318782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you put in a port where the orange arrow was shown on the previous slide you can delete it by clicking where the green arrow is showing and pressing delete.</a:t>
            </a:r>
          </a:p>
        </p:txBody>
      </p:sp>
    </p:spTree>
    <p:extLst>
      <p:ext uri="{BB962C8B-B14F-4D97-AF65-F5344CB8AC3E}">
        <p14:creationId xmlns:p14="http://schemas.microsoft.com/office/powerpoint/2010/main" val="200246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597DA844-FCE1-4DB9-B986-EE0E9288F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323" y="65590"/>
            <a:ext cx="3429000" cy="2905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72080-4D41-4FB9-96EB-F3E5F9429E6B}"/>
              </a:ext>
            </a:extLst>
          </p:cNvPr>
          <p:cNvSpPr txBox="1"/>
          <p:nvPr/>
        </p:nvSpPr>
        <p:spPr>
          <a:xfrm>
            <a:off x="511728" y="3036815"/>
            <a:ext cx="107714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Generate the device shown above using the inner waveguide dimensions we have used so far, that is, 2.54 mm by 1.27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ports at each junction.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Collect the 1D S-parameter data for each port and include it in your final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Comment on what you find.</a:t>
            </a:r>
          </a:p>
        </p:txBody>
      </p:sp>
    </p:spTree>
    <p:extLst>
      <p:ext uri="{BB962C8B-B14F-4D97-AF65-F5344CB8AC3E}">
        <p14:creationId xmlns:p14="http://schemas.microsoft.com/office/powerpoint/2010/main" val="49391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4D26-C481-44F8-8C2F-3FEDC50C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Objectives for the Final Report: Part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35359-15E9-4162-9BC9-38347383F482}"/>
              </a:ext>
            </a:extLst>
          </p:cNvPr>
          <p:cNvSpPr txBox="1"/>
          <p:nvPr/>
        </p:nvSpPr>
        <p:spPr>
          <a:xfrm>
            <a:off x="838200" y="1690688"/>
            <a:ext cx="60323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the simulations described on the previous slides.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Include in your report: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1D plots of all the scattering parameters.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For the first simulation this is just S11, S12, S22, S21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For the 2</a:t>
            </a:r>
            <a:r>
              <a:rPr lang="en-GB" baseline="30000" dirty="0"/>
              <a:t>nd</a:t>
            </a:r>
            <a:r>
              <a:rPr lang="en-GB" dirty="0"/>
              <a:t> simulation include the data from each of the four ports.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Where appropriate plots these on the same graphs.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Include 3-D plots in different planes (XY, XZ, YZ).</a:t>
            </a:r>
          </a:p>
        </p:txBody>
      </p:sp>
      <p:pic>
        <p:nvPicPr>
          <p:cNvPr id="8" name="Picture 7" descr="A picture containing athletic game, sport&#10;&#10;Description automatically generated">
            <a:extLst>
              <a:ext uri="{FF2B5EF4-FFF2-40B4-BE49-F238E27FC236}">
                <a16:creationId xmlns:a16="http://schemas.microsoft.com/office/drawing/2014/main" id="{33DE974A-80BC-486A-A42C-C387529B8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82" y="1229283"/>
            <a:ext cx="3338702" cy="2199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A10447-A94B-4FA6-BDCD-A4791625A2A5}"/>
              </a:ext>
            </a:extLst>
          </p:cNvPr>
          <p:cNvSpPr txBox="1"/>
          <p:nvPr/>
        </p:nvSpPr>
        <p:spPr>
          <a:xfrm>
            <a:off x="283691" y="4424814"/>
            <a:ext cx="714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rgbClr val="FF0000"/>
                </a:solidFill>
              </a:rPr>
              <a:t>These results will go into Part 3 of the report</a:t>
            </a:r>
            <a:endParaRPr lang="en-GB" dirty="0"/>
          </a:p>
        </p:txBody>
      </p:sp>
      <p:pic>
        <p:nvPicPr>
          <p:cNvPr id="10" name="Picture 9" descr="Diagram, engineering drawing&#10;&#10;Description automatically generated">
            <a:extLst>
              <a:ext uri="{FF2B5EF4-FFF2-40B4-BE49-F238E27FC236}">
                <a16:creationId xmlns:a16="http://schemas.microsoft.com/office/drawing/2014/main" id="{51FA0E57-07B9-4E4E-800F-833FA0703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906" y="3176428"/>
            <a:ext cx="3709894" cy="314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3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448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Course 227 Lab 3 – Waveguide Structures CST Microwave Studio </vt:lpstr>
      <vt:lpstr>Objectives:  </vt:lpstr>
      <vt:lpstr>PowerPoint Presentation</vt:lpstr>
      <vt:lpstr>PowerPoint Presentation</vt:lpstr>
      <vt:lpstr>PowerPoint Presentation</vt:lpstr>
      <vt:lpstr>PowerPoint Presentation</vt:lpstr>
      <vt:lpstr>Objectives for the Final Report: Part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Marks, Harry</dc:creator>
  <cp:lastModifiedBy>Marks, Harry</cp:lastModifiedBy>
  <cp:revision>36</cp:revision>
  <dcterms:created xsi:type="dcterms:W3CDTF">2021-03-28T08:56:24Z</dcterms:created>
  <dcterms:modified xsi:type="dcterms:W3CDTF">2025-01-28T13:33:32Z</dcterms:modified>
</cp:coreProperties>
</file>